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1430000" cy="7696200"/>
  <p:notesSz cx="11430000" cy="7696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06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444500"/>
            <a:ext cx="6782434" cy="141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6782434" cy="855299"/>
          </a:xfrm>
          <a:prstGeom prst="rect">
            <a:avLst/>
          </a:prstGeom>
        </p:spPr>
        <p:txBody>
          <a:bodyPr vert="horz" wrap="square" lIns="0" tIns="3492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endParaRPr spc="6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3FE9637-BCAC-ECA4-5738-9DE1137C0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86" y="0"/>
            <a:ext cx="9982200" cy="2313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B94813C-9064-874B-2FFF-934D673EE357}"/>
              </a:ext>
            </a:extLst>
          </p:cNvPr>
          <p:cNvSpPr txBox="1"/>
          <p:nvPr/>
        </p:nvSpPr>
        <p:spPr>
          <a:xfrm>
            <a:off x="1774372" y="3074432"/>
            <a:ext cx="78812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Web Development Internship Presentation Report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5B5310-4BC5-C9ED-D5E0-4AFF0DCA9F12}"/>
              </a:ext>
            </a:extLst>
          </p:cNvPr>
          <p:cNvSpPr txBox="1"/>
          <p:nvPr/>
        </p:nvSpPr>
        <p:spPr>
          <a:xfrm>
            <a:off x="3554186" y="4991100"/>
            <a:ext cx="4321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Vashu Bhardwaj </a:t>
            </a:r>
          </a:p>
          <a:p>
            <a:pPr algn="ctr"/>
            <a:r>
              <a:rPr lang="en-IN" dirty="0"/>
              <a:t>(25SCS1003000968)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93EBCD-3F03-86AB-2C48-2161787A83A6}"/>
              </a:ext>
            </a:extLst>
          </p:cNvPr>
          <p:cNvSpPr txBox="1"/>
          <p:nvPr/>
        </p:nvSpPr>
        <p:spPr>
          <a:xfrm>
            <a:off x="5410200" y="4621768"/>
            <a:ext cx="60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BY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11376026" cy="5090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Internship</a:t>
            </a:r>
            <a:r>
              <a:rPr spc="-40" dirty="0"/>
              <a:t> </a:t>
            </a:r>
            <a:r>
              <a:rPr spc="80" dirty="0"/>
              <a:t>Overview</a:t>
            </a:r>
            <a:r>
              <a:rPr spc="-140" dirty="0"/>
              <a:t> </a:t>
            </a:r>
            <a:r>
              <a:rPr lang="en-GB" spc="890" dirty="0"/>
              <a:t>&amp;</a:t>
            </a:r>
            <a:r>
              <a:rPr spc="-40" dirty="0"/>
              <a:t> </a:t>
            </a:r>
            <a:r>
              <a:rPr spc="95" dirty="0"/>
              <a:t>Core </a:t>
            </a:r>
            <a:r>
              <a:rPr spc="-10" dirty="0"/>
              <a:t>Objectives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94104" y="1953324"/>
            <a:ext cx="1774189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1B1B26"/>
                </a:solidFill>
                <a:latin typeface="Trebuchet MS"/>
                <a:cs typeface="Trebuchet MS"/>
              </a:rPr>
              <a:t>Primary</a:t>
            </a:r>
            <a:r>
              <a:rPr sz="1650" spc="105" dirty="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B1B26"/>
                </a:solidFill>
                <a:latin typeface="Trebuchet MS"/>
                <a:cs typeface="Trebuchet MS"/>
              </a:rPr>
              <a:t>Objective</a:t>
            </a:r>
            <a:endParaRPr sz="165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9599" y="2453638"/>
            <a:ext cx="2743200" cy="1181100"/>
          </a:xfrm>
          <a:custGeom>
            <a:avLst/>
            <a:gdLst/>
            <a:ahLst/>
            <a:cxnLst/>
            <a:rect l="l" t="t" r="r" b="b"/>
            <a:pathLst>
              <a:path w="2743200" h="1181100">
                <a:moveTo>
                  <a:pt x="0" y="1114424"/>
                </a:moveTo>
                <a:lnTo>
                  <a:pt x="0" y="66674"/>
                </a:lnTo>
                <a:lnTo>
                  <a:pt x="0" y="62297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1"/>
                </a:lnTo>
                <a:lnTo>
                  <a:pt x="13668" y="25991"/>
                </a:lnTo>
                <a:lnTo>
                  <a:pt x="16432" y="22623"/>
                </a:lnTo>
                <a:lnTo>
                  <a:pt x="19528" y="19528"/>
                </a:lnTo>
                <a:lnTo>
                  <a:pt x="22624" y="16432"/>
                </a:lnTo>
                <a:lnTo>
                  <a:pt x="41159" y="5075"/>
                </a:lnTo>
                <a:lnTo>
                  <a:pt x="45204" y="3399"/>
                </a:lnTo>
                <a:lnTo>
                  <a:pt x="49373" y="2135"/>
                </a:lnTo>
                <a:lnTo>
                  <a:pt x="53667" y="1281"/>
                </a:lnTo>
                <a:lnTo>
                  <a:pt x="57961" y="427"/>
                </a:lnTo>
                <a:lnTo>
                  <a:pt x="62297" y="0"/>
                </a:lnTo>
                <a:lnTo>
                  <a:pt x="66675" y="0"/>
                </a:lnTo>
                <a:lnTo>
                  <a:pt x="2692717" y="0"/>
                </a:lnTo>
                <a:lnTo>
                  <a:pt x="2696032" y="0"/>
                </a:lnTo>
                <a:lnTo>
                  <a:pt x="2699314" y="323"/>
                </a:lnTo>
                <a:lnTo>
                  <a:pt x="2732849" y="19679"/>
                </a:lnTo>
                <a:lnTo>
                  <a:pt x="2743199" y="50482"/>
                </a:lnTo>
                <a:lnTo>
                  <a:pt x="2743199" y="1130617"/>
                </a:lnTo>
                <a:lnTo>
                  <a:pt x="2734691" y="1158663"/>
                </a:lnTo>
                <a:lnTo>
                  <a:pt x="2732849" y="1161419"/>
                </a:lnTo>
                <a:lnTo>
                  <a:pt x="2712035" y="1177256"/>
                </a:lnTo>
                <a:lnTo>
                  <a:pt x="2708973" y="1178525"/>
                </a:lnTo>
                <a:lnTo>
                  <a:pt x="2705816" y="1179482"/>
                </a:lnTo>
                <a:lnTo>
                  <a:pt x="2702565" y="1180129"/>
                </a:lnTo>
                <a:lnTo>
                  <a:pt x="2699314" y="1180776"/>
                </a:lnTo>
                <a:lnTo>
                  <a:pt x="2696032" y="1181099"/>
                </a:lnTo>
                <a:lnTo>
                  <a:pt x="2692717" y="1181099"/>
                </a:lnTo>
                <a:lnTo>
                  <a:pt x="66675" y="1181099"/>
                </a:lnTo>
                <a:lnTo>
                  <a:pt x="62297" y="1181099"/>
                </a:lnTo>
                <a:lnTo>
                  <a:pt x="57961" y="1180672"/>
                </a:lnTo>
                <a:lnTo>
                  <a:pt x="22624" y="1164666"/>
                </a:lnTo>
                <a:lnTo>
                  <a:pt x="5075" y="1139940"/>
                </a:lnTo>
                <a:lnTo>
                  <a:pt x="3399" y="1135895"/>
                </a:lnTo>
                <a:lnTo>
                  <a:pt x="2135" y="1131725"/>
                </a:lnTo>
                <a:lnTo>
                  <a:pt x="1281" y="1127432"/>
                </a:lnTo>
                <a:lnTo>
                  <a:pt x="427" y="1123138"/>
                </a:lnTo>
                <a:lnTo>
                  <a:pt x="0" y="1118802"/>
                </a:lnTo>
                <a:lnTo>
                  <a:pt x="0" y="1114424"/>
                </a:lnTo>
                <a:close/>
              </a:path>
            </a:pathLst>
          </a:custGeom>
          <a:ln w="19049">
            <a:solidFill>
              <a:srgbClr val="C7C7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54075" y="2580003"/>
            <a:ext cx="2291080" cy="8350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Assisting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building,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styling,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optimizing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Sieve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Capital's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official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company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website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599" y="3825238"/>
            <a:ext cx="2743200" cy="1457325"/>
          </a:xfrm>
          <a:custGeom>
            <a:avLst/>
            <a:gdLst/>
            <a:ahLst/>
            <a:cxnLst/>
            <a:rect l="l" t="t" r="r" b="b"/>
            <a:pathLst>
              <a:path w="2743200" h="1457325">
                <a:moveTo>
                  <a:pt x="0" y="1390649"/>
                </a:moveTo>
                <a:lnTo>
                  <a:pt x="0" y="66674"/>
                </a:lnTo>
                <a:lnTo>
                  <a:pt x="0" y="62297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1"/>
                </a:lnTo>
                <a:lnTo>
                  <a:pt x="13668" y="25991"/>
                </a:lnTo>
                <a:lnTo>
                  <a:pt x="16432" y="22623"/>
                </a:lnTo>
                <a:lnTo>
                  <a:pt x="19528" y="19528"/>
                </a:lnTo>
                <a:lnTo>
                  <a:pt x="22624" y="16432"/>
                </a:lnTo>
                <a:lnTo>
                  <a:pt x="25992" y="13668"/>
                </a:lnTo>
                <a:lnTo>
                  <a:pt x="29632" y="11236"/>
                </a:lnTo>
                <a:lnTo>
                  <a:pt x="33272" y="8804"/>
                </a:lnTo>
                <a:lnTo>
                  <a:pt x="37114" y="6750"/>
                </a:lnTo>
                <a:lnTo>
                  <a:pt x="41159" y="5075"/>
                </a:lnTo>
                <a:lnTo>
                  <a:pt x="45204" y="3400"/>
                </a:lnTo>
                <a:lnTo>
                  <a:pt x="49373" y="2135"/>
                </a:lnTo>
                <a:lnTo>
                  <a:pt x="53667" y="1281"/>
                </a:lnTo>
                <a:lnTo>
                  <a:pt x="57961" y="427"/>
                </a:lnTo>
                <a:lnTo>
                  <a:pt x="62297" y="0"/>
                </a:lnTo>
                <a:lnTo>
                  <a:pt x="66675" y="0"/>
                </a:lnTo>
                <a:lnTo>
                  <a:pt x="2692717" y="0"/>
                </a:lnTo>
                <a:lnTo>
                  <a:pt x="2696032" y="0"/>
                </a:lnTo>
                <a:lnTo>
                  <a:pt x="2699314" y="323"/>
                </a:lnTo>
                <a:lnTo>
                  <a:pt x="2732849" y="19679"/>
                </a:lnTo>
                <a:lnTo>
                  <a:pt x="2743199" y="50482"/>
                </a:lnTo>
                <a:lnTo>
                  <a:pt x="2743199" y="1406842"/>
                </a:lnTo>
                <a:lnTo>
                  <a:pt x="2743199" y="1410156"/>
                </a:lnTo>
                <a:lnTo>
                  <a:pt x="2742876" y="1413439"/>
                </a:lnTo>
                <a:lnTo>
                  <a:pt x="2742229" y="1416690"/>
                </a:lnTo>
                <a:lnTo>
                  <a:pt x="2741582" y="1419941"/>
                </a:lnTo>
                <a:lnTo>
                  <a:pt x="2734691" y="1434888"/>
                </a:lnTo>
                <a:lnTo>
                  <a:pt x="2732849" y="1437644"/>
                </a:lnTo>
                <a:lnTo>
                  <a:pt x="2699314" y="1457001"/>
                </a:lnTo>
                <a:lnTo>
                  <a:pt x="2692717" y="1457324"/>
                </a:lnTo>
                <a:lnTo>
                  <a:pt x="66675" y="1457324"/>
                </a:lnTo>
                <a:lnTo>
                  <a:pt x="41159" y="1452249"/>
                </a:lnTo>
                <a:lnTo>
                  <a:pt x="37114" y="1450574"/>
                </a:lnTo>
                <a:lnTo>
                  <a:pt x="8804" y="1424051"/>
                </a:lnTo>
                <a:lnTo>
                  <a:pt x="5075" y="1416164"/>
                </a:lnTo>
                <a:lnTo>
                  <a:pt x="3399" y="1412120"/>
                </a:lnTo>
                <a:lnTo>
                  <a:pt x="2135" y="1407951"/>
                </a:lnTo>
                <a:lnTo>
                  <a:pt x="1281" y="1403657"/>
                </a:lnTo>
                <a:lnTo>
                  <a:pt x="427" y="1399363"/>
                </a:lnTo>
                <a:lnTo>
                  <a:pt x="0" y="1395028"/>
                </a:lnTo>
                <a:lnTo>
                  <a:pt x="0" y="1390649"/>
                </a:lnTo>
                <a:close/>
              </a:path>
            </a:pathLst>
          </a:custGeom>
          <a:ln w="19049">
            <a:solidFill>
              <a:srgbClr val="C7C7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4075" y="3942079"/>
            <a:ext cx="2052320" cy="11207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5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Transforming</a:t>
            </a:r>
            <a:r>
              <a:rPr sz="135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UI/UX</a:t>
            </a:r>
            <a:endParaRPr sz="1350">
              <a:latin typeface="Roboto"/>
              <a:cs typeface="Roboto"/>
            </a:endParaRPr>
          </a:p>
          <a:p>
            <a:pPr marL="12700" marR="5080" algn="just">
              <a:lnSpc>
                <a:spcPct val="131900"/>
              </a:lnSpc>
              <a:spcBef>
                <a:spcPts val="3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wireframes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into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functional, 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production-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ready</a:t>
            </a:r>
            <a:r>
              <a:rPr sz="1350" spc="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frontend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web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pages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7645" y="1841884"/>
            <a:ext cx="159575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0" dirty="0">
                <a:solidFill>
                  <a:srgbClr val="1B1B26"/>
                </a:solidFill>
                <a:latin typeface="Trebuchet MS"/>
                <a:cs typeface="Trebuchet MS"/>
              </a:rPr>
              <a:t>Core</a:t>
            </a:r>
            <a:r>
              <a:rPr sz="1650" spc="-60" dirty="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B1B26"/>
                </a:solidFill>
                <a:latin typeface="Trebuchet MS"/>
                <a:cs typeface="Trebuchet MS"/>
              </a:rPr>
              <a:t>Objectives</a:t>
            </a:r>
            <a:endParaRPr sz="165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16757" y="2939830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1B1B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96449" y="2834023"/>
            <a:ext cx="2219960" cy="8350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Build</a:t>
            </a:r>
            <a:r>
              <a:rPr sz="1350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fully</a:t>
            </a:r>
            <a:r>
              <a:rPr sz="1350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responsive,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ts val="2180"/>
              </a:lnSpc>
              <a:spcBef>
                <a:spcPts val="15"/>
              </a:spcBef>
            </a:pP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mobile-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first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web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pages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using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HTML5,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CSS3,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React.js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16757" y="4101880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1B1B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94148" y="4083591"/>
            <a:ext cx="15417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Implement</a:t>
            </a:r>
            <a:r>
              <a:rPr sz="1350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styled</a:t>
            </a:r>
            <a:r>
              <a:rPr sz="1350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UI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94148" y="4289331"/>
            <a:ext cx="2111375" cy="844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components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using</a:t>
            </a:r>
            <a:r>
              <a:rPr sz="1350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Tailwind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CSS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consistent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brand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design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62087" y="4073426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1B1B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681376" y="3942079"/>
            <a:ext cx="2184400" cy="8540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Optimize</a:t>
            </a:r>
            <a:r>
              <a:rPr sz="1350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website</a:t>
            </a:r>
            <a:endParaRPr sz="1350" dirty="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performance,</a:t>
            </a:r>
            <a:r>
              <a:rPr sz="135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loading</a:t>
            </a:r>
            <a:r>
              <a:rPr sz="135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speed,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image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assets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62088" y="2913273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1B1B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739479" y="2834023"/>
            <a:ext cx="2068195" cy="83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Manage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code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quality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using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Git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version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control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collaborative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pull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requests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0074" y="2444113"/>
            <a:ext cx="76200" cy="1200150"/>
          </a:xfrm>
          <a:custGeom>
            <a:avLst/>
            <a:gdLst/>
            <a:ahLst/>
            <a:cxnLst/>
            <a:rect l="l" t="t" r="r" b="b"/>
            <a:pathLst>
              <a:path w="76200" h="1200150">
                <a:moveTo>
                  <a:pt x="76200" y="1200149"/>
                </a:moveTo>
                <a:lnTo>
                  <a:pt x="33403" y="1194073"/>
                </a:lnTo>
                <a:lnTo>
                  <a:pt x="6075" y="1166746"/>
                </a:lnTo>
                <a:lnTo>
                  <a:pt x="0" y="1144082"/>
                </a:lnTo>
                <a:lnTo>
                  <a:pt x="0" y="1140142"/>
                </a:lnTo>
                <a:lnTo>
                  <a:pt x="0" y="56067"/>
                </a:lnTo>
                <a:lnTo>
                  <a:pt x="14789" y="20361"/>
                </a:lnTo>
                <a:lnTo>
                  <a:pt x="52165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200149"/>
                </a:lnTo>
                <a:close/>
              </a:path>
            </a:pathLst>
          </a:custGeom>
          <a:solidFill>
            <a:srgbClr val="1B1B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0074" y="3815713"/>
            <a:ext cx="76200" cy="1476375"/>
          </a:xfrm>
          <a:custGeom>
            <a:avLst/>
            <a:gdLst/>
            <a:ahLst/>
            <a:cxnLst/>
            <a:rect l="l" t="t" r="r" b="b"/>
            <a:pathLst>
              <a:path w="76200" h="1476375">
                <a:moveTo>
                  <a:pt x="76200" y="1476374"/>
                </a:moveTo>
                <a:lnTo>
                  <a:pt x="56067" y="1476374"/>
                </a:lnTo>
                <a:lnTo>
                  <a:pt x="52165" y="1475990"/>
                </a:lnTo>
                <a:lnTo>
                  <a:pt x="14789" y="1456012"/>
                </a:lnTo>
                <a:lnTo>
                  <a:pt x="0" y="1420307"/>
                </a:lnTo>
                <a:lnTo>
                  <a:pt x="0" y="1416367"/>
                </a:lnTo>
                <a:lnTo>
                  <a:pt x="0" y="56067"/>
                </a:lnTo>
                <a:lnTo>
                  <a:pt x="14789" y="20361"/>
                </a:lnTo>
                <a:lnTo>
                  <a:pt x="52165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476374"/>
                </a:lnTo>
                <a:close/>
              </a:path>
            </a:pathLst>
          </a:custGeom>
          <a:solidFill>
            <a:srgbClr val="1B1B2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3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Technical</a:t>
            </a:r>
            <a:r>
              <a:rPr spc="-95" dirty="0"/>
              <a:t> </a:t>
            </a:r>
            <a:r>
              <a:rPr spc="-20" dirty="0"/>
              <a:t>Toolkit</a:t>
            </a:r>
          </a:p>
        </p:txBody>
      </p:sp>
      <p:sp>
        <p:nvSpPr>
          <p:cNvPr id="3" name="object 3"/>
          <p:cNvSpPr/>
          <p:nvPr/>
        </p:nvSpPr>
        <p:spPr>
          <a:xfrm>
            <a:off x="600074" y="2202447"/>
            <a:ext cx="428625" cy="424815"/>
          </a:xfrm>
          <a:custGeom>
            <a:avLst/>
            <a:gdLst/>
            <a:ahLst/>
            <a:cxnLst/>
            <a:rect l="l" t="t" r="r" b="b"/>
            <a:pathLst>
              <a:path w="428625" h="424814">
                <a:moveTo>
                  <a:pt x="104388" y="29141"/>
                </a:moveTo>
                <a:lnTo>
                  <a:pt x="72812" y="51793"/>
                </a:lnTo>
                <a:lnTo>
                  <a:pt x="42202" y="84995"/>
                </a:lnTo>
                <a:lnTo>
                  <a:pt x="21221" y="119111"/>
                </a:lnTo>
                <a:lnTo>
                  <a:pt x="6190" y="160786"/>
                </a:lnTo>
                <a:lnTo>
                  <a:pt x="209" y="204955"/>
                </a:lnTo>
                <a:lnTo>
                  <a:pt x="0" y="212155"/>
                </a:lnTo>
                <a:lnTo>
                  <a:pt x="318" y="219775"/>
                </a:lnTo>
                <a:lnTo>
                  <a:pt x="5715" y="259807"/>
                </a:lnTo>
                <a:lnTo>
                  <a:pt x="19760" y="300913"/>
                </a:lnTo>
                <a:lnTo>
                  <a:pt x="40384" y="335694"/>
                </a:lnTo>
                <a:lnTo>
                  <a:pt x="66113" y="364938"/>
                </a:lnTo>
                <a:lnTo>
                  <a:pt x="99300" y="390716"/>
                </a:lnTo>
                <a:lnTo>
                  <a:pt x="139166" y="410905"/>
                </a:lnTo>
                <a:lnTo>
                  <a:pt x="182243" y="422121"/>
                </a:lnTo>
                <a:lnTo>
                  <a:pt x="212161" y="424314"/>
                </a:lnTo>
                <a:lnTo>
                  <a:pt x="221881" y="423865"/>
                </a:lnTo>
                <a:lnTo>
                  <a:pt x="262752" y="418510"/>
                </a:lnTo>
                <a:lnTo>
                  <a:pt x="298030" y="407406"/>
                </a:lnTo>
                <a:lnTo>
                  <a:pt x="304619" y="404635"/>
                </a:lnTo>
              </a:path>
              <a:path w="428625" h="424814">
                <a:moveTo>
                  <a:pt x="225757" y="45"/>
                </a:moveTo>
                <a:lnTo>
                  <a:pt x="177231" y="2577"/>
                </a:lnTo>
                <a:lnTo>
                  <a:pt x="132794" y="15152"/>
                </a:lnTo>
                <a:lnTo>
                  <a:pt x="111420" y="25442"/>
                </a:lnTo>
                <a:lnTo>
                  <a:pt x="104388" y="29141"/>
                </a:lnTo>
              </a:path>
              <a:path w="428625" h="424814">
                <a:moveTo>
                  <a:pt x="269122" y="124018"/>
                </a:moveTo>
                <a:lnTo>
                  <a:pt x="354759" y="210772"/>
                </a:lnTo>
              </a:path>
              <a:path w="428625" h="424814">
                <a:moveTo>
                  <a:pt x="269149" y="295559"/>
                </a:moveTo>
                <a:lnTo>
                  <a:pt x="354759" y="210772"/>
                </a:lnTo>
              </a:path>
              <a:path w="428625" h="424814">
                <a:moveTo>
                  <a:pt x="160330" y="124611"/>
                </a:moveTo>
                <a:lnTo>
                  <a:pt x="74468" y="210503"/>
                </a:lnTo>
                <a:lnTo>
                  <a:pt x="159311" y="294631"/>
                </a:lnTo>
              </a:path>
              <a:path w="428625" h="424814">
                <a:moveTo>
                  <a:pt x="304624" y="404647"/>
                </a:moveTo>
                <a:lnTo>
                  <a:pt x="338733" y="385245"/>
                </a:lnTo>
                <a:lnTo>
                  <a:pt x="368643" y="359861"/>
                </a:lnTo>
                <a:lnTo>
                  <a:pt x="393328" y="329370"/>
                </a:lnTo>
                <a:lnTo>
                  <a:pt x="411934" y="294821"/>
                </a:lnTo>
                <a:lnTo>
                  <a:pt x="423811" y="257421"/>
                </a:lnTo>
                <a:lnTo>
                  <a:pt x="428545" y="218478"/>
                </a:lnTo>
                <a:lnTo>
                  <a:pt x="428615" y="210625"/>
                </a:lnTo>
                <a:lnTo>
                  <a:pt x="428393" y="202765"/>
                </a:lnTo>
              </a:path>
              <a:path w="428625" h="424814">
                <a:moveTo>
                  <a:pt x="428581" y="202756"/>
                </a:moveTo>
                <a:lnTo>
                  <a:pt x="421275" y="154952"/>
                </a:lnTo>
              </a:path>
              <a:path w="428625" h="424814">
                <a:moveTo>
                  <a:pt x="421393" y="154919"/>
                </a:moveTo>
                <a:lnTo>
                  <a:pt x="406147" y="116263"/>
                </a:lnTo>
                <a:lnTo>
                  <a:pt x="383710" y="81303"/>
                </a:lnTo>
                <a:lnTo>
                  <a:pt x="354928" y="51349"/>
                </a:lnTo>
                <a:lnTo>
                  <a:pt x="320880" y="27529"/>
                </a:lnTo>
                <a:lnTo>
                  <a:pt x="282863" y="10754"/>
                </a:lnTo>
                <a:lnTo>
                  <a:pt x="242329" y="1662"/>
                </a:lnTo>
                <a:lnTo>
                  <a:pt x="234058" y="801"/>
                </a:lnTo>
                <a:lnTo>
                  <a:pt x="225747" y="263"/>
                </a:lnTo>
              </a:path>
            </a:pathLst>
          </a:custGeom>
          <a:ln w="18989">
            <a:solidFill>
              <a:srgbClr val="1B1B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7374" y="2820987"/>
            <a:ext cx="250952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10" dirty="0">
                <a:solidFill>
                  <a:srgbClr val="3C3838"/>
                </a:solidFill>
                <a:latin typeface="Trebuchet MS"/>
                <a:cs typeface="Trebuchet MS"/>
              </a:rPr>
              <a:t>Languages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HTML5,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CSS3,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JavaScript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(ES6+)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4664" y="2190545"/>
            <a:ext cx="399041" cy="4481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09455" y="2820987"/>
            <a:ext cx="3294379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1650" dirty="0">
                <a:solidFill>
                  <a:srgbClr val="3C3838"/>
                </a:solidFill>
                <a:latin typeface="Trebuchet MS"/>
                <a:cs typeface="Trebuchet MS"/>
              </a:rPr>
              <a:t>Deployment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lang="en-GB" sz="1350" spc="-10" dirty="0">
                <a:solidFill>
                  <a:srgbClr val="3C3838"/>
                </a:solidFill>
                <a:latin typeface="Roboto"/>
                <a:cs typeface="Roboto"/>
              </a:rPr>
              <a:t>Vercel, Hostinger</a:t>
            </a:r>
            <a:endParaRPr sz="1350" dirty="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038" y="3819557"/>
            <a:ext cx="390697" cy="4476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7374" y="4459287"/>
            <a:ext cx="303085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5" dirty="0">
                <a:solidFill>
                  <a:srgbClr val="3C3838"/>
                </a:solidFill>
                <a:latin typeface="Trebuchet MS"/>
                <a:cs typeface="Trebuchet MS"/>
              </a:rPr>
              <a:t>Version</a:t>
            </a:r>
            <a:r>
              <a:rPr sz="1650" spc="-6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Control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Git,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GitHub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(Branching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&amp;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Code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Reviews)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78" y="3824991"/>
            <a:ext cx="447732" cy="43675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09455" y="4459287"/>
            <a:ext cx="420814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60" dirty="0">
                <a:solidFill>
                  <a:srgbClr val="3C3838"/>
                </a:solidFill>
                <a:latin typeface="Trebuchet MS"/>
                <a:cs typeface="Trebuchet MS"/>
              </a:rPr>
              <a:t>Developer</a:t>
            </a:r>
            <a:r>
              <a:rPr sz="1650" spc="-7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3C3838"/>
                </a:solidFill>
                <a:latin typeface="Trebuchet MS"/>
                <a:cs typeface="Trebuchet MS"/>
              </a:rPr>
              <a:t>Tools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VS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Code,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Chrome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DevTools,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Figma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(UI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Design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Handoff)</a:t>
            </a:r>
            <a:endParaRPr sz="135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3" y="444500"/>
            <a:ext cx="10614531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5" dirty="0"/>
              <a:t>Website</a:t>
            </a:r>
            <a:r>
              <a:rPr spc="-150" dirty="0"/>
              <a:t> </a:t>
            </a:r>
            <a:r>
              <a:rPr spc="65" dirty="0"/>
              <a:t>Execution</a:t>
            </a:r>
            <a:r>
              <a:rPr spc="-145" dirty="0"/>
              <a:t> </a:t>
            </a:r>
            <a:r>
              <a:rPr lang="en-GB" spc="890" dirty="0"/>
              <a:t>&amp;</a:t>
            </a:r>
            <a:r>
              <a:rPr spc="-145" dirty="0"/>
              <a:t> </a:t>
            </a:r>
            <a:r>
              <a:rPr spc="130" dirty="0"/>
              <a:t>UI</a:t>
            </a:r>
            <a:r>
              <a:rPr spc="-145" dirty="0"/>
              <a:t> </a:t>
            </a:r>
            <a:r>
              <a:rPr spc="180" dirty="0"/>
              <a:t>Showcase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1210" y="1464356"/>
            <a:ext cx="173101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5" dirty="0">
                <a:solidFill>
                  <a:srgbClr val="1B1B26"/>
                </a:solidFill>
                <a:latin typeface="Trebuchet MS"/>
                <a:cs typeface="Trebuchet MS"/>
              </a:rPr>
              <a:t>Execution</a:t>
            </a:r>
            <a:r>
              <a:rPr sz="1650" spc="-60" dirty="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B1B26"/>
                </a:solidFill>
                <a:latin typeface="Trebuchet MS"/>
                <a:cs typeface="Trebuchet MS"/>
              </a:rPr>
              <a:t>Details</a:t>
            </a:r>
            <a:endParaRPr sz="165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46447" y="2203370"/>
            <a:ext cx="381000" cy="381000"/>
            <a:chOff x="5934073" y="2219324"/>
            <a:chExt cx="381000" cy="381000"/>
          </a:xfrm>
        </p:grpSpPr>
        <p:sp>
          <p:nvSpPr>
            <p:cNvPr id="6" name="object 6"/>
            <p:cNvSpPr/>
            <p:nvPr/>
          </p:nvSpPr>
          <p:spPr>
            <a:xfrm>
              <a:off x="5938836" y="2224087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19857" y="371474"/>
                  </a:moveTo>
                  <a:lnTo>
                    <a:pt x="51617" y="371474"/>
                  </a:lnTo>
                  <a:lnTo>
                    <a:pt x="48024" y="371121"/>
                  </a:lnTo>
                  <a:lnTo>
                    <a:pt x="13615" y="352729"/>
                  </a:lnTo>
                  <a:lnTo>
                    <a:pt x="0" y="319857"/>
                  </a:lnTo>
                  <a:lnTo>
                    <a:pt x="0" y="316230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319857" y="0"/>
                  </a:lnTo>
                  <a:lnTo>
                    <a:pt x="357858" y="18745"/>
                  </a:lnTo>
                  <a:lnTo>
                    <a:pt x="371474" y="51617"/>
                  </a:lnTo>
                  <a:lnTo>
                    <a:pt x="371474" y="319857"/>
                  </a:lnTo>
                  <a:lnTo>
                    <a:pt x="352729" y="357858"/>
                  </a:lnTo>
                  <a:lnTo>
                    <a:pt x="323450" y="371121"/>
                  </a:lnTo>
                  <a:lnTo>
                    <a:pt x="319857" y="371474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38836" y="2224087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316230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2" y="44466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2"/>
                  </a:lnTo>
                  <a:lnTo>
                    <a:pt x="7295" y="27568"/>
                  </a:lnTo>
                  <a:lnTo>
                    <a:pt x="9310" y="24552"/>
                  </a:lnTo>
                  <a:lnTo>
                    <a:pt x="11326" y="21536"/>
                  </a:lnTo>
                  <a:lnTo>
                    <a:pt x="13616" y="18745"/>
                  </a:lnTo>
                  <a:lnTo>
                    <a:pt x="16181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316230" y="0"/>
                  </a:lnTo>
                  <a:lnTo>
                    <a:pt x="319857" y="0"/>
                  </a:lnTo>
                  <a:lnTo>
                    <a:pt x="323450" y="353"/>
                  </a:lnTo>
                  <a:lnTo>
                    <a:pt x="357858" y="18745"/>
                  </a:lnTo>
                  <a:lnTo>
                    <a:pt x="362163" y="24552"/>
                  </a:lnTo>
                  <a:lnTo>
                    <a:pt x="364179" y="27568"/>
                  </a:lnTo>
                  <a:lnTo>
                    <a:pt x="365881" y="30751"/>
                  </a:lnTo>
                  <a:lnTo>
                    <a:pt x="367269" y="34103"/>
                  </a:lnTo>
                  <a:lnTo>
                    <a:pt x="368657" y="37454"/>
                  </a:lnTo>
                  <a:lnTo>
                    <a:pt x="369705" y="40909"/>
                  </a:lnTo>
                  <a:lnTo>
                    <a:pt x="370412" y="44466"/>
                  </a:lnTo>
                  <a:lnTo>
                    <a:pt x="371120" y="48024"/>
                  </a:lnTo>
                  <a:lnTo>
                    <a:pt x="371474" y="51617"/>
                  </a:lnTo>
                  <a:lnTo>
                    <a:pt x="371475" y="55244"/>
                  </a:lnTo>
                  <a:lnTo>
                    <a:pt x="371475" y="316230"/>
                  </a:lnTo>
                  <a:lnTo>
                    <a:pt x="371474" y="319857"/>
                  </a:lnTo>
                  <a:lnTo>
                    <a:pt x="371120" y="323450"/>
                  </a:lnTo>
                  <a:lnTo>
                    <a:pt x="370412" y="327007"/>
                  </a:lnTo>
                  <a:lnTo>
                    <a:pt x="369705" y="330565"/>
                  </a:lnTo>
                  <a:lnTo>
                    <a:pt x="368657" y="334019"/>
                  </a:lnTo>
                  <a:lnTo>
                    <a:pt x="367269" y="337370"/>
                  </a:lnTo>
                  <a:lnTo>
                    <a:pt x="365881" y="340722"/>
                  </a:lnTo>
                  <a:lnTo>
                    <a:pt x="337370" y="367269"/>
                  </a:lnTo>
                  <a:lnTo>
                    <a:pt x="334019" y="368657"/>
                  </a:lnTo>
                  <a:lnTo>
                    <a:pt x="330565" y="369705"/>
                  </a:lnTo>
                  <a:lnTo>
                    <a:pt x="327007" y="370413"/>
                  </a:lnTo>
                  <a:lnTo>
                    <a:pt x="323450" y="371121"/>
                  </a:lnTo>
                  <a:lnTo>
                    <a:pt x="319857" y="371474"/>
                  </a:lnTo>
                  <a:lnTo>
                    <a:pt x="316230" y="371474"/>
                  </a:lnTo>
                  <a:lnTo>
                    <a:pt x="55245" y="371474"/>
                  </a:lnTo>
                  <a:lnTo>
                    <a:pt x="51617" y="371474"/>
                  </a:lnTo>
                  <a:lnTo>
                    <a:pt x="48024" y="371121"/>
                  </a:lnTo>
                  <a:lnTo>
                    <a:pt x="16180" y="355293"/>
                  </a:lnTo>
                  <a:lnTo>
                    <a:pt x="13615" y="352729"/>
                  </a:lnTo>
                  <a:lnTo>
                    <a:pt x="11325" y="349938"/>
                  </a:lnTo>
                  <a:lnTo>
                    <a:pt x="9309" y="346922"/>
                  </a:lnTo>
                  <a:lnTo>
                    <a:pt x="7294" y="343906"/>
                  </a:lnTo>
                  <a:lnTo>
                    <a:pt x="5592" y="340722"/>
                  </a:lnTo>
                  <a:lnTo>
                    <a:pt x="4205" y="337370"/>
                  </a:lnTo>
                  <a:lnTo>
                    <a:pt x="2816" y="334019"/>
                  </a:lnTo>
                  <a:lnTo>
                    <a:pt x="1769" y="330565"/>
                  </a:lnTo>
                  <a:lnTo>
                    <a:pt x="1061" y="327007"/>
                  </a:lnTo>
                  <a:lnTo>
                    <a:pt x="354" y="323450"/>
                  </a:lnTo>
                  <a:lnTo>
                    <a:pt x="0" y="319857"/>
                  </a:lnTo>
                  <a:lnTo>
                    <a:pt x="0" y="316230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63170" y="2208133"/>
            <a:ext cx="13589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0" dirty="0">
                <a:solidFill>
                  <a:srgbClr val="3C3838"/>
                </a:solidFill>
                <a:latin typeface="Trebuchet MS"/>
                <a:cs typeface="Trebuchet MS"/>
              </a:rPr>
              <a:t>1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9775" y="2238374"/>
            <a:ext cx="3960495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0" dirty="0">
                <a:solidFill>
                  <a:srgbClr val="3C3838"/>
                </a:solidFill>
                <a:latin typeface="Trebuchet MS"/>
                <a:cs typeface="Trebuchet MS"/>
              </a:rPr>
              <a:t>Landing</a:t>
            </a:r>
            <a:r>
              <a:rPr sz="1650" spc="-6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114" dirty="0">
                <a:solidFill>
                  <a:srgbClr val="3C3838"/>
                </a:solidFill>
                <a:latin typeface="Trebuchet MS"/>
                <a:cs typeface="Trebuchet MS"/>
              </a:rPr>
              <a:t>Page</a:t>
            </a:r>
            <a:r>
              <a:rPr sz="1650" spc="-6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35" dirty="0">
                <a:solidFill>
                  <a:srgbClr val="3C3838"/>
                </a:solidFill>
                <a:latin typeface="Trebuchet MS"/>
                <a:cs typeface="Trebuchet MS"/>
              </a:rPr>
              <a:t>UI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Built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header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navigation,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responsive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layout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grids,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and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interactive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action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buttons</a:t>
            </a:r>
            <a:endParaRPr sz="1350" dirty="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13323" y="3570525"/>
            <a:ext cx="381000" cy="381000"/>
            <a:chOff x="5934073" y="3609974"/>
            <a:chExt cx="381000" cy="381000"/>
          </a:xfrm>
        </p:grpSpPr>
        <p:sp>
          <p:nvSpPr>
            <p:cNvPr id="11" name="object 11"/>
            <p:cNvSpPr/>
            <p:nvPr/>
          </p:nvSpPr>
          <p:spPr>
            <a:xfrm>
              <a:off x="5938836" y="3614737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19857" y="371474"/>
                  </a:moveTo>
                  <a:lnTo>
                    <a:pt x="51617" y="371474"/>
                  </a:lnTo>
                  <a:lnTo>
                    <a:pt x="48024" y="371120"/>
                  </a:lnTo>
                  <a:lnTo>
                    <a:pt x="13615" y="352728"/>
                  </a:lnTo>
                  <a:lnTo>
                    <a:pt x="0" y="319857"/>
                  </a:lnTo>
                  <a:lnTo>
                    <a:pt x="0" y="316230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319857" y="0"/>
                  </a:lnTo>
                  <a:lnTo>
                    <a:pt x="357858" y="18745"/>
                  </a:lnTo>
                  <a:lnTo>
                    <a:pt x="371474" y="51617"/>
                  </a:lnTo>
                  <a:lnTo>
                    <a:pt x="371474" y="319857"/>
                  </a:lnTo>
                  <a:lnTo>
                    <a:pt x="352729" y="357858"/>
                  </a:lnTo>
                  <a:lnTo>
                    <a:pt x="323450" y="371120"/>
                  </a:lnTo>
                  <a:lnTo>
                    <a:pt x="319857" y="371474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8836" y="3614737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316230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2" y="44466"/>
                  </a:lnTo>
                  <a:lnTo>
                    <a:pt x="1769" y="40908"/>
                  </a:lnTo>
                  <a:lnTo>
                    <a:pt x="2817" y="37454"/>
                  </a:lnTo>
                  <a:lnTo>
                    <a:pt x="16181" y="16180"/>
                  </a:lnTo>
                  <a:lnTo>
                    <a:pt x="18745" y="13615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316230" y="0"/>
                  </a:lnTo>
                  <a:lnTo>
                    <a:pt x="319857" y="0"/>
                  </a:lnTo>
                  <a:lnTo>
                    <a:pt x="323450" y="353"/>
                  </a:lnTo>
                  <a:lnTo>
                    <a:pt x="355293" y="16180"/>
                  </a:lnTo>
                  <a:lnTo>
                    <a:pt x="357858" y="18745"/>
                  </a:lnTo>
                  <a:lnTo>
                    <a:pt x="360148" y="21535"/>
                  </a:lnTo>
                  <a:lnTo>
                    <a:pt x="362163" y="24552"/>
                  </a:lnTo>
                  <a:lnTo>
                    <a:pt x="364179" y="27568"/>
                  </a:lnTo>
                  <a:lnTo>
                    <a:pt x="370412" y="44466"/>
                  </a:lnTo>
                  <a:lnTo>
                    <a:pt x="371120" y="48024"/>
                  </a:lnTo>
                  <a:lnTo>
                    <a:pt x="371474" y="51617"/>
                  </a:lnTo>
                  <a:lnTo>
                    <a:pt x="371475" y="55244"/>
                  </a:lnTo>
                  <a:lnTo>
                    <a:pt x="371475" y="316230"/>
                  </a:lnTo>
                  <a:lnTo>
                    <a:pt x="371474" y="319857"/>
                  </a:lnTo>
                  <a:lnTo>
                    <a:pt x="371120" y="323449"/>
                  </a:lnTo>
                  <a:lnTo>
                    <a:pt x="370412" y="327007"/>
                  </a:lnTo>
                  <a:lnTo>
                    <a:pt x="369705" y="330565"/>
                  </a:lnTo>
                  <a:lnTo>
                    <a:pt x="368657" y="334019"/>
                  </a:lnTo>
                  <a:lnTo>
                    <a:pt x="367269" y="337370"/>
                  </a:lnTo>
                  <a:lnTo>
                    <a:pt x="365881" y="340721"/>
                  </a:lnTo>
                  <a:lnTo>
                    <a:pt x="337370" y="367269"/>
                  </a:lnTo>
                  <a:lnTo>
                    <a:pt x="334019" y="368657"/>
                  </a:lnTo>
                  <a:lnTo>
                    <a:pt x="330565" y="369705"/>
                  </a:lnTo>
                  <a:lnTo>
                    <a:pt x="327007" y="370412"/>
                  </a:lnTo>
                  <a:lnTo>
                    <a:pt x="323450" y="371120"/>
                  </a:lnTo>
                  <a:lnTo>
                    <a:pt x="319857" y="371474"/>
                  </a:lnTo>
                  <a:lnTo>
                    <a:pt x="316230" y="371474"/>
                  </a:lnTo>
                  <a:lnTo>
                    <a:pt x="55245" y="371474"/>
                  </a:lnTo>
                  <a:lnTo>
                    <a:pt x="18745" y="357858"/>
                  </a:lnTo>
                  <a:lnTo>
                    <a:pt x="4205" y="337370"/>
                  </a:lnTo>
                  <a:lnTo>
                    <a:pt x="2816" y="334019"/>
                  </a:lnTo>
                  <a:lnTo>
                    <a:pt x="1769" y="330565"/>
                  </a:lnTo>
                  <a:lnTo>
                    <a:pt x="1061" y="327007"/>
                  </a:lnTo>
                  <a:lnTo>
                    <a:pt x="354" y="323450"/>
                  </a:lnTo>
                  <a:lnTo>
                    <a:pt x="0" y="319857"/>
                  </a:lnTo>
                  <a:lnTo>
                    <a:pt x="0" y="316230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31115" y="3570609"/>
            <a:ext cx="15938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3C3838"/>
                </a:solidFill>
                <a:latin typeface="Trebuchet MS"/>
                <a:cs typeface="Trebuchet MS"/>
              </a:rPr>
              <a:t>2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9775" y="3604531"/>
            <a:ext cx="4342130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25" dirty="0">
                <a:solidFill>
                  <a:srgbClr val="3C3838"/>
                </a:solidFill>
                <a:latin typeface="Trebuchet MS"/>
                <a:cs typeface="Trebuchet MS"/>
              </a:rPr>
              <a:t>UI/UX</a:t>
            </a:r>
            <a:r>
              <a:rPr sz="1650" spc="-75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Refinement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Translated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Figma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designs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directly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into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component-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based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code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08560" y="4890858"/>
            <a:ext cx="381000" cy="381000"/>
            <a:chOff x="5934073" y="5000624"/>
            <a:chExt cx="381000" cy="381000"/>
          </a:xfrm>
        </p:grpSpPr>
        <p:sp>
          <p:nvSpPr>
            <p:cNvPr id="16" name="object 16"/>
            <p:cNvSpPr/>
            <p:nvPr/>
          </p:nvSpPr>
          <p:spPr>
            <a:xfrm>
              <a:off x="5938836" y="5005387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19857" y="371474"/>
                  </a:moveTo>
                  <a:lnTo>
                    <a:pt x="51617" y="371474"/>
                  </a:lnTo>
                  <a:lnTo>
                    <a:pt x="48024" y="371120"/>
                  </a:lnTo>
                  <a:lnTo>
                    <a:pt x="13615" y="352727"/>
                  </a:lnTo>
                  <a:lnTo>
                    <a:pt x="0" y="319857"/>
                  </a:lnTo>
                  <a:lnTo>
                    <a:pt x="0" y="316230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319857" y="0"/>
                  </a:lnTo>
                  <a:lnTo>
                    <a:pt x="357858" y="18745"/>
                  </a:lnTo>
                  <a:lnTo>
                    <a:pt x="371474" y="51617"/>
                  </a:lnTo>
                  <a:lnTo>
                    <a:pt x="371474" y="319857"/>
                  </a:lnTo>
                  <a:lnTo>
                    <a:pt x="352729" y="357858"/>
                  </a:lnTo>
                  <a:lnTo>
                    <a:pt x="323450" y="371120"/>
                  </a:lnTo>
                  <a:lnTo>
                    <a:pt x="319857" y="371474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38836" y="5005387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316230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2" y="44466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16181" y="16180"/>
                  </a:lnTo>
                  <a:lnTo>
                    <a:pt x="18745" y="13615"/>
                  </a:lnTo>
                  <a:lnTo>
                    <a:pt x="44467" y="1061"/>
                  </a:lnTo>
                  <a:lnTo>
                    <a:pt x="48024" y="354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316230" y="0"/>
                  </a:lnTo>
                  <a:lnTo>
                    <a:pt x="319857" y="0"/>
                  </a:lnTo>
                  <a:lnTo>
                    <a:pt x="323450" y="354"/>
                  </a:lnTo>
                  <a:lnTo>
                    <a:pt x="327007" y="1061"/>
                  </a:lnTo>
                  <a:lnTo>
                    <a:pt x="330565" y="1769"/>
                  </a:lnTo>
                  <a:lnTo>
                    <a:pt x="362163" y="24552"/>
                  </a:lnTo>
                  <a:lnTo>
                    <a:pt x="364179" y="27568"/>
                  </a:lnTo>
                  <a:lnTo>
                    <a:pt x="370412" y="44467"/>
                  </a:lnTo>
                  <a:lnTo>
                    <a:pt x="371120" y="48024"/>
                  </a:lnTo>
                  <a:lnTo>
                    <a:pt x="371474" y="51617"/>
                  </a:lnTo>
                  <a:lnTo>
                    <a:pt x="371475" y="55244"/>
                  </a:lnTo>
                  <a:lnTo>
                    <a:pt x="371475" y="316230"/>
                  </a:lnTo>
                  <a:lnTo>
                    <a:pt x="371474" y="319857"/>
                  </a:lnTo>
                  <a:lnTo>
                    <a:pt x="371120" y="323450"/>
                  </a:lnTo>
                  <a:lnTo>
                    <a:pt x="370412" y="327007"/>
                  </a:lnTo>
                  <a:lnTo>
                    <a:pt x="369705" y="330565"/>
                  </a:lnTo>
                  <a:lnTo>
                    <a:pt x="346922" y="362163"/>
                  </a:lnTo>
                  <a:lnTo>
                    <a:pt x="337370" y="367268"/>
                  </a:lnTo>
                  <a:lnTo>
                    <a:pt x="334019" y="368657"/>
                  </a:lnTo>
                  <a:lnTo>
                    <a:pt x="330565" y="369705"/>
                  </a:lnTo>
                  <a:lnTo>
                    <a:pt x="327007" y="370413"/>
                  </a:lnTo>
                  <a:lnTo>
                    <a:pt x="323450" y="371120"/>
                  </a:lnTo>
                  <a:lnTo>
                    <a:pt x="319857" y="371474"/>
                  </a:lnTo>
                  <a:lnTo>
                    <a:pt x="316230" y="371474"/>
                  </a:lnTo>
                  <a:lnTo>
                    <a:pt x="55245" y="371474"/>
                  </a:lnTo>
                  <a:lnTo>
                    <a:pt x="51617" y="371474"/>
                  </a:lnTo>
                  <a:lnTo>
                    <a:pt x="48024" y="371120"/>
                  </a:lnTo>
                  <a:lnTo>
                    <a:pt x="13615" y="352727"/>
                  </a:lnTo>
                  <a:lnTo>
                    <a:pt x="9309" y="346921"/>
                  </a:lnTo>
                  <a:lnTo>
                    <a:pt x="7294" y="343905"/>
                  </a:lnTo>
                  <a:lnTo>
                    <a:pt x="5592" y="340722"/>
                  </a:lnTo>
                  <a:lnTo>
                    <a:pt x="4205" y="337370"/>
                  </a:lnTo>
                  <a:lnTo>
                    <a:pt x="2816" y="334019"/>
                  </a:lnTo>
                  <a:lnTo>
                    <a:pt x="1769" y="330564"/>
                  </a:lnTo>
                  <a:lnTo>
                    <a:pt x="1061" y="327007"/>
                  </a:lnTo>
                  <a:lnTo>
                    <a:pt x="354" y="323450"/>
                  </a:lnTo>
                  <a:lnTo>
                    <a:pt x="0" y="319857"/>
                  </a:lnTo>
                  <a:lnTo>
                    <a:pt x="0" y="316230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517462" y="4896630"/>
            <a:ext cx="16319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3C3838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59775" y="4916486"/>
            <a:ext cx="4198620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60" dirty="0">
                <a:solidFill>
                  <a:srgbClr val="3C3838"/>
                </a:solidFill>
                <a:latin typeface="Trebuchet MS"/>
                <a:cs typeface="Trebuchet MS"/>
              </a:rPr>
              <a:t>Bug</a:t>
            </a:r>
            <a:r>
              <a:rPr sz="1650" spc="1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3C3838"/>
                </a:solidFill>
                <a:latin typeface="Trebuchet MS"/>
                <a:cs typeface="Trebuchet MS"/>
              </a:rPr>
              <a:t>Fixing</a:t>
            </a:r>
            <a:r>
              <a:rPr sz="1650" spc="1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455" dirty="0">
                <a:solidFill>
                  <a:srgbClr val="3C3838"/>
                </a:solidFill>
                <a:latin typeface="Trebuchet MS"/>
                <a:cs typeface="Trebuchet MS"/>
              </a:rPr>
              <a:t>s</a:t>
            </a:r>
            <a:r>
              <a:rPr sz="1650" spc="1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Optimization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Resolved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layout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shifts,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optimized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asset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sizes,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fixed 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cross-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browser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issues</a:t>
            </a:r>
            <a:endParaRPr sz="1350" dirty="0">
              <a:latin typeface="Roboto"/>
              <a:cs typeface="Roboto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9963248-892F-6C2E-4070-18CAD830C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24" y="1277412"/>
            <a:ext cx="6304019" cy="28915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2E5C524-1732-6957-2A88-8854B0F1B5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73248"/>
            <a:ext cx="6294695" cy="28815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444500"/>
            <a:ext cx="6782434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60" dirty="0"/>
              <a:t>Outcomes</a:t>
            </a:r>
            <a:r>
              <a:rPr spc="-55" dirty="0"/>
              <a:t> </a:t>
            </a:r>
            <a:r>
              <a:rPr lang="en-GB" spc="890" dirty="0"/>
              <a:t>&amp;</a:t>
            </a:r>
            <a:r>
              <a:rPr spc="-170" dirty="0"/>
              <a:t> </a:t>
            </a:r>
            <a:r>
              <a:rPr dirty="0"/>
              <a:t>Technical</a:t>
            </a:r>
            <a:r>
              <a:rPr spc="-165" dirty="0"/>
              <a:t> </a:t>
            </a:r>
            <a:r>
              <a:rPr spc="110" dirty="0"/>
              <a:t>Mastery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4" y="1352549"/>
            <a:ext cx="5029200" cy="1971675"/>
            <a:chOff x="600074" y="1352549"/>
            <a:chExt cx="5029200" cy="1971675"/>
          </a:xfrm>
        </p:grpSpPr>
        <p:sp>
          <p:nvSpPr>
            <p:cNvPr id="4" name="object 4"/>
            <p:cNvSpPr/>
            <p:nvPr/>
          </p:nvSpPr>
          <p:spPr>
            <a:xfrm>
              <a:off x="604837" y="1357312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4968056" y="1962149"/>
                  </a:moveTo>
                  <a:lnTo>
                    <a:pt x="51617" y="1962149"/>
                  </a:lnTo>
                  <a:lnTo>
                    <a:pt x="48025" y="1961795"/>
                  </a:lnTo>
                  <a:lnTo>
                    <a:pt x="13615" y="1943403"/>
                  </a:lnTo>
                  <a:lnTo>
                    <a:pt x="0" y="1910532"/>
                  </a:lnTo>
                  <a:lnTo>
                    <a:pt x="0" y="19069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4968056" y="0"/>
                  </a:lnTo>
                  <a:lnTo>
                    <a:pt x="5006058" y="18745"/>
                  </a:lnTo>
                  <a:lnTo>
                    <a:pt x="5019674" y="51617"/>
                  </a:lnTo>
                  <a:lnTo>
                    <a:pt x="5019674" y="1910532"/>
                  </a:lnTo>
                  <a:lnTo>
                    <a:pt x="5000928" y="1948533"/>
                  </a:lnTo>
                  <a:lnTo>
                    <a:pt x="4971649" y="1961795"/>
                  </a:lnTo>
                  <a:lnTo>
                    <a:pt x="4968056" y="1962149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37" y="1357312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4"/>
                  </a:moveTo>
                  <a:lnTo>
                    <a:pt x="0" y="55245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2"/>
                  </a:lnTo>
                  <a:lnTo>
                    <a:pt x="7295" y="27568"/>
                  </a:lnTo>
                  <a:lnTo>
                    <a:pt x="9310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30752" y="5593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9"/>
                  </a:lnTo>
                  <a:lnTo>
                    <a:pt x="44467" y="1061"/>
                  </a:lnTo>
                  <a:lnTo>
                    <a:pt x="48025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95121" y="9310"/>
                  </a:lnTo>
                  <a:lnTo>
                    <a:pt x="4998137" y="11325"/>
                  </a:lnTo>
                  <a:lnTo>
                    <a:pt x="5010363" y="24552"/>
                  </a:lnTo>
                  <a:lnTo>
                    <a:pt x="5012379" y="27568"/>
                  </a:lnTo>
                  <a:lnTo>
                    <a:pt x="5014080" y="30752"/>
                  </a:lnTo>
                  <a:lnTo>
                    <a:pt x="5015468" y="34103"/>
                  </a:lnTo>
                  <a:lnTo>
                    <a:pt x="5016856" y="37454"/>
                  </a:lnTo>
                  <a:lnTo>
                    <a:pt x="5019674" y="55245"/>
                  </a:lnTo>
                  <a:lnTo>
                    <a:pt x="5019674" y="1906904"/>
                  </a:lnTo>
                  <a:lnTo>
                    <a:pt x="5019674" y="1910532"/>
                  </a:lnTo>
                  <a:lnTo>
                    <a:pt x="5019320" y="1914124"/>
                  </a:lnTo>
                  <a:lnTo>
                    <a:pt x="5018612" y="1917682"/>
                  </a:lnTo>
                  <a:lnTo>
                    <a:pt x="5017904" y="1921240"/>
                  </a:lnTo>
                  <a:lnTo>
                    <a:pt x="5016856" y="1924694"/>
                  </a:lnTo>
                  <a:lnTo>
                    <a:pt x="5015468" y="1928045"/>
                  </a:lnTo>
                  <a:lnTo>
                    <a:pt x="5014080" y="1931397"/>
                  </a:lnTo>
                  <a:lnTo>
                    <a:pt x="4985570" y="1957943"/>
                  </a:lnTo>
                  <a:lnTo>
                    <a:pt x="4982218" y="1959331"/>
                  </a:lnTo>
                  <a:lnTo>
                    <a:pt x="4978764" y="1960379"/>
                  </a:lnTo>
                  <a:lnTo>
                    <a:pt x="4975206" y="1961087"/>
                  </a:lnTo>
                  <a:lnTo>
                    <a:pt x="4971649" y="1961795"/>
                  </a:lnTo>
                  <a:lnTo>
                    <a:pt x="4968056" y="1962149"/>
                  </a:lnTo>
                  <a:lnTo>
                    <a:pt x="4964429" y="1962149"/>
                  </a:lnTo>
                  <a:lnTo>
                    <a:pt x="55245" y="1962149"/>
                  </a:lnTo>
                  <a:lnTo>
                    <a:pt x="24552" y="1952839"/>
                  </a:lnTo>
                  <a:lnTo>
                    <a:pt x="21536" y="1950823"/>
                  </a:lnTo>
                  <a:lnTo>
                    <a:pt x="1061" y="1917682"/>
                  </a:lnTo>
                  <a:lnTo>
                    <a:pt x="353" y="1914124"/>
                  </a:lnTo>
                  <a:lnTo>
                    <a:pt x="0" y="1910532"/>
                  </a:lnTo>
                  <a:lnTo>
                    <a:pt x="0" y="1906904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1049" y="153352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2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7"/>
                  </a:lnTo>
                  <a:lnTo>
                    <a:pt x="507765" y="315607"/>
                  </a:lnTo>
                  <a:lnTo>
                    <a:pt x="491550" y="363373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3086" y="1671273"/>
              <a:ext cx="152883" cy="2416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8349" y="2201862"/>
            <a:ext cx="445198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0" dirty="0">
                <a:solidFill>
                  <a:srgbClr val="3C3838"/>
                </a:solidFill>
                <a:latin typeface="Trebuchet MS"/>
                <a:cs typeface="Trebuchet MS"/>
              </a:rPr>
              <a:t>Responsive</a:t>
            </a:r>
            <a:r>
              <a:rPr sz="1650" spc="-4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90" dirty="0">
                <a:solidFill>
                  <a:srgbClr val="3C3838"/>
                </a:solidFill>
                <a:latin typeface="Trebuchet MS"/>
                <a:cs typeface="Trebuchet MS"/>
              </a:rPr>
              <a:t>Design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Gained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practical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expertise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mobile-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first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development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and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adaptive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layouts</a:t>
            </a:r>
            <a:endParaRPr sz="1350" dirty="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00723" y="1352549"/>
            <a:ext cx="5029200" cy="1971675"/>
            <a:chOff x="5800723" y="1352549"/>
            <a:chExt cx="5029200" cy="1971675"/>
          </a:xfrm>
        </p:grpSpPr>
        <p:sp>
          <p:nvSpPr>
            <p:cNvPr id="10" name="object 10"/>
            <p:cNvSpPr/>
            <p:nvPr/>
          </p:nvSpPr>
          <p:spPr>
            <a:xfrm>
              <a:off x="5805486" y="1357312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4968056" y="1962149"/>
                  </a:moveTo>
                  <a:lnTo>
                    <a:pt x="51617" y="1962149"/>
                  </a:lnTo>
                  <a:lnTo>
                    <a:pt x="48024" y="1961795"/>
                  </a:lnTo>
                  <a:lnTo>
                    <a:pt x="13615" y="1943403"/>
                  </a:lnTo>
                  <a:lnTo>
                    <a:pt x="0" y="1910532"/>
                  </a:lnTo>
                  <a:lnTo>
                    <a:pt x="0" y="19069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4968056" y="0"/>
                  </a:lnTo>
                  <a:lnTo>
                    <a:pt x="5006057" y="18745"/>
                  </a:lnTo>
                  <a:lnTo>
                    <a:pt x="5019674" y="51617"/>
                  </a:lnTo>
                  <a:lnTo>
                    <a:pt x="5019674" y="1910532"/>
                  </a:lnTo>
                  <a:lnTo>
                    <a:pt x="5000928" y="1948533"/>
                  </a:lnTo>
                  <a:lnTo>
                    <a:pt x="4971649" y="1961795"/>
                  </a:lnTo>
                  <a:lnTo>
                    <a:pt x="4968056" y="1962149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05486" y="1357312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4"/>
                  </a:moveTo>
                  <a:lnTo>
                    <a:pt x="0" y="55245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2" y="30752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30751" y="5593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9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75206" y="1061"/>
                  </a:lnTo>
                  <a:lnTo>
                    <a:pt x="4978764" y="1769"/>
                  </a:lnTo>
                  <a:lnTo>
                    <a:pt x="4982219" y="2816"/>
                  </a:lnTo>
                  <a:lnTo>
                    <a:pt x="4985570" y="4205"/>
                  </a:lnTo>
                  <a:lnTo>
                    <a:pt x="4988922" y="5593"/>
                  </a:lnTo>
                  <a:lnTo>
                    <a:pt x="4992105" y="7294"/>
                  </a:lnTo>
                  <a:lnTo>
                    <a:pt x="4995120" y="9310"/>
                  </a:lnTo>
                  <a:lnTo>
                    <a:pt x="4998138" y="11325"/>
                  </a:lnTo>
                  <a:lnTo>
                    <a:pt x="5000928" y="13615"/>
                  </a:lnTo>
                  <a:lnTo>
                    <a:pt x="5003493" y="16180"/>
                  </a:lnTo>
                  <a:lnTo>
                    <a:pt x="5006057" y="18745"/>
                  </a:lnTo>
                  <a:lnTo>
                    <a:pt x="5008347" y="21536"/>
                  </a:lnTo>
                  <a:lnTo>
                    <a:pt x="5010362" y="24552"/>
                  </a:lnTo>
                  <a:lnTo>
                    <a:pt x="5012377" y="27568"/>
                  </a:lnTo>
                  <a:lnTo>
                    <a:pt x="5018612" y="44467"/>
                  </a:lnTo>
                  <a:lnTo>
                    <a:pt x="5019320" y="48024"/>
                  </a:lnTo>
                  <a:lnTo>
                    <a:pt x="5019674" y="51617"/>
                  </a:lnTo>
                  <a:lnTo>
                    <a:pt x="5019675" y="55245"/>
                  </a:lnTo>
                  <a:lnTo>
                    <a:pt x="5019675" y="1906904"/>
                  </a:lnTo>
                  <a:lnTo>
                    <a:pt x="5019674" y="1910532"/>
                  </a:lnTo>
                  <a:lnTo>
                    <a:pt x="5019320" y="1914124"/>
                  </a:lnTo>
                  <a:lnTo>
                    <a:pt x="5018612" y="1917682"/>
                  </a:lnTo>
                  <a:lnTo>
                    <a:pt x="5017904" y="1921240"/>
                  </a:lnTo>
                  <a:lnTo>
                    <a:pt x="4995120" y="1952839"/>
                  </a:lnTo>
                  <a:lnTo>
                    <a:pt x="4992105" y="1954854"/>
                  </a:lnTo>
                  <a:lnTo>
                    <a:pt x="4988922" y="1956556"/>
                  </a:lnTo>
                  <a:lnTo>
                    <a:pt x="4985570" y="1957943"/>
                  </a:lnTo>
                  <a:lnTo>
                    <a:pt x="4982219" y="1959331"/>
                  </a:lnTo>
                  <a:lnTo>
                    <a:pt x="4978764" y="1960379"/>
                  </a:lnTo>
                  <a:lnTo>
                    <a:pt x="4975206" y="1961087"/>
                  </a:lnTo>
                  <a:lnTo>
                    <a:pt x="4971649" y="1961795"/>
                  </a:lnTo>
                  <a:lnTo>
                    <a:pt x="4968056" y="1962149"/>
                  </a:lnTo>
                  <a:lnTo>
                    <a:pt x="4964429" y="1962149"/>
                  </a:lnTo>
                  <a:lnTo>
                    <a:pt x="55245" y="1962149"/>
                  </a:lnTo>
                  <a:lnTo>
                    <a:pt x="51617" y="1962149"/>
                  </a:lnTo>
                  <a:lnTo>
                    <a:pt x="48024" y="1961795"/>
                  </a:lnTo>
                  <a:lnTo>
                    <a:pt x="44467" y="1961087"/>
                  </a:lnTo>
                  <a:lnTo>
                    <a:pt x="40909" y="1960379"/>
                  </a:lnTo>
                  <a:lnTo>
                    <a:pt x="37454" y="1959331"/>
                  </a:lnTo>
                  <a:lnTo>
                    <a:pt x="34103" y="1957943"/>
                  </a:lnTo>
                  <a:lnTo>
                    <a:pt x="30751" y="1956556"/>
                  </a:lnTo>
                  <a:lnTo>
                    <a:pt x="16180" y="1945968"/>
                  </a:lnTo>
                  <a:lnTo>
                    <a:pt x="13615" y="1943403"/>
                  </a:lnTo>
                  <a:lnTo>
                    <a:pt x="4205" y="1928045"/>
                  </a:lnTo>
                  <a:lnTo>
                    <a:pt x="2816" y="1924694"/>
                  </a:lnTo>
                  <a:lnTo>
                    <a:pt x="1769" y="1921240"/>
                  </a:lnTo>
                  <a:lnTo>
                    <a:pt x="1061" y="1917682"/>
                  </a:lnTo>
                  <a:lnTo>
                    <a:pt x="354" y="1914124"/>
                  </a:lnTo>
                  <a:lnTo>
                    <a:pt x="0" y="1910532"/>
                  </a:lnTo>
                  <a:lnTo>
                    <a:pt x="0" y="1906904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1699" y="153352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5" y="491550"/>
                  </a:lnTo>
                  <a:lnTo>
                    <a:pt x="107291" y="466328"/>
                  </a:lnTo>
                  <a:lnTo>
                    <a:pt x="69367" y="433069"/>
                  </a:lnTo>
                  <a:lnTo>
                    <a:pt x="38661" y="393050"/>
                  </a:lnTo>
                  <a:lnTo>
                    <a:pt x="16352" y="347809"/>
                  </a:lnTo>
                  <a:lnTo>
                    <a:pt x="3297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8" y="150976"/>
                  </a:lnTo>
                  <a:lnTo>
                    <a:pt x="48019" y="107292"/>
                  </a:lnTo>
                  <a:lnTo>
                    <a:pt x="81279" y="69368"/>
                  </a:lnTo>
                  <a:lnTo>
                    <a:pt x="121298" y="38662"/>
                  </a:lnTo>
                  <a:lnTo>
                    <a:pt x="166538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7"/>
                  </a:lnTo>
                  <a:lnTo>
                    <a:pt x="507764" y="315607"/>
                  </a:lnTo>
                  <a:lnTo>
                    <a:pt x="491549" y="363373"/>
                  </a:lnTo>
                  <a:lnTo>
                    <a:pt x="466327" y="407056"/>
                  </a:lnTo>
                  <a:lnTo>
                    <a:pt x="433068" y="444980"/>
                  </a:lnTo>
                  <a:lnTo>
                    <a:pt x="393050" y="475687"/>
                  </a:lnTo>
                  <a:lnTo>
                    <a:pt x="347808" y="497996"/>
                  </a:lnTo>
                  <a:lnTo>
                    <a:pt x="299085" y="511051"/>
                  </a:lnTo>
                  <a:lnTo>
                    <a:pt x="274000" y="513937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2980" y="1671251"/>
              <a:ext cx="194621" cy="24170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968999" y="2201862"/>
            <a:ext cx="3879850" cy="8658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1650" spc="50" dirty="0">
                <a:solidFill>
                  <a:srgbClr val="3C3838"/>
                </a:solidFill>
                <a:latin typeface="Trebuchet MS"/>
                <a:cs typeface="Trebuchet MS"/>
              </a:rPr>
              <a:t>Integrations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lang="en-GB" sz="1350" dirty="0">
                <a:solidFill>
                  <a:srgbClr val="3C3838"/>
                </a:solidFill>
                <a:latin typeface="Roboto"/>
                <a:cs typeface="Roboto"/>
              </a:rPr>
              <a:t>Integrated support and reach out pages for client discovery.</a:t>
            </a:r>
            <a:endParaRPr sz="1350" dirty="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0074" y="3495674"/>
            <a:ext cx="5029200" cy="1971675"/>
            <a:chOff x="600074" y="3495674"/>
            <a:chExt cx="5029200" cy="1971675"/>
          </a:xfrm>
        </p:grpSpPr>
        <p:sp>
          <p:nvSpPr>
            <p:cNvPr id="16" name="object 16"/>
            <p:cNvSpPr/>
            <p:nvPr/>
          </p:nvSpPr>
          <p:spPr>
            <a:xfrm>
              <a:off x="604837" y="350043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4968056" y="1962149"/>
                  </a:moveTo>
                  <a:lnTo>
                    <a:pt x="51617" y="1962149"/>
                  </a:lnTo>
                  <a:lnTo>
                    <a:pt x="48025" y="1961795"/>
                  </a:lnTo>
                  <a:lnTo>
                    <a:pt x="13615" y="1943403"/>
                  </a:lnTo>
                  <a:lnTo>
                    <a:pt x="0" y="1910532"/>
                  </a:lnTo>
                  <a:lnTo>
                    <a:pt x="0" y="19069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4968056" y="0"/>
                  </a:lnTo>
                  <a:lnTo>
                    <a:pt x="5006058" y="18745"/>
                  </a:lnTo>
                  <a:lnTo>
                    <a:pt x="5019674" y="51617"/>
                  </a:lnTo>
                  <a:lnTo>
                    <a:pt x="5019674" y="1910532"/>
                  </a:lnTo>
                  <a:lnTo>
                    <a:pt x="5000928" y="1948533"/>
                  </a:lnTo>
                  <a:lnTo>
                    <a:pt x="4971649" y="1961795"/>
                  </a:lnTo>
                  <a:lnTo>
                    <a:pt x="4968056" y="1962149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37" y="350043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4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5006058" y="18745"/>
                  </a:lnTo>
                  <a:lnTo>
                    <a:pt x="5010363" y="24552"/>
                  </a:lnTo>
                  <a:lnTo>
                    <a:pt x="5012379" y="27568"/>
                  </a:lnTo>
                  <a:lnTo>
                    <a:pt x="5014080" y="30752"/>
                  </a:lnTo>
                  <a:lnTo>
                    <a:pt x="5015468" y="34103"/>
                  </a:lnTo>
                  <a:lnTo>
                    <a:pt x="5016856" y="37454"/>
                  </a:lnTo>
                  <a:lnTo>
                    <a:pt x="5017904" y="40909"/>
                  </a:lnTo>
                  <a:lnTo>
                    <a:pt x="5018612" y="44467"/>
                  </a:lnTo>
                  <a:lnTo>
                    <a:pt x="5019320" y="48024"/>
                  </a:lnTo>
                  <a:lnTo>
                    <a:pt x="5019674" y="51617"/>
                  </a:lnTo>
                  <a:lnTo>
                    <a:pt x="5019674" y="55244"/>
                  </a:lnTo>
                  <a:lnTo>
                    <a:pt x="5019674" y="1906904"/>
                  </a:lnTo>
                  <a:lnTo>
                    <a:pt x="5019674" y="1910532"/>
                  </a:lnTo>
                  <a:lnTo>
                    <a:pt x="5019320" y="1914124"/>
                  </a:lnTo>
                  <a:lnTo>
                    <a:pt x="5018612" y="1917682"/>
                  </a:lnTo>
                  <a:lnTo>
                    <a:pt x="5017904" y="1921239"/>
                  </a:lnTo>
                  <a:lnTo>
                    <a:pt x="5016856" y="1924694"/>
                  </a:lnTo>
                  <a:lnTo>
                    <a:pt x="5015468" y="1928045"/>
                  </a:lnTo>
                  <a:lnTo>
                    <a:pt x="5014080" y="1931397"/>
                  </a:lnTo>
                  <a:lnTo>
                    <a:pt x="5003493" y="1945968"/>
                  </a:lnTo>
                  <a:lnTo>
                    <a:pt x="5000928" y="1948533"/>
                  </a:lnTo>
                  <a:lnTo>
                    <a:pt x="4998137" y="1950823"/>
                  </a:lnTo>
                  <a:lnTo>
                    <a:pt x="4995121" y="1952838"/>
                  </a:lnTo>
                  <a:lnTo>
                    <a:pt x="4992105" y="1954853"/>
                  </a:lnTo>
                  <a:lnTo>
                    <a:pt x="4988921" y="1956555"/>
                  </a:lnTo>
                  <a:lnTo>
                    <a:pt x="4985570" y="1957943"/>
                  </a:lnTo>
                  <a:lnTo>
                    <a:pt x="4982218" y="1959332"/>
                  </a:lnTo>
                  <a:lnTo>
                    <a:pt x="4978764" y="1960380"/>
                  </a:lnTo>
                  <a:lnTo>
                    <a:pt x="4975206" y="1961087"/>
                  </a:lnTo>
                  <a:lnTo>
                    <a:pt x="4971649" y="1961795"/>
                  </a:lnTo>
                  <a:lnTo>
                    <a:pt x="4968056" y="1962149"/>
                  </a:lnTo>
                  <a:lnTo>
                    <a:pt x="4964429" y="1962149"/>
                  </a:lnTo>
                  <a:lnTo>
                    <a:pt x="55245" y="1962149"/>
                  </a:lnTo>
                  <a:lnTo>
                    <a:pt x="51617" y="1962149"/>
                  </a:lnTo>
                  <a:lnTo>
                    <a:pt x="48025" y="1961795"/>
                  </a:lnTo>
                  <a:lnTo>
                    <a:pt x="44467" y="1961087"/>
                  </a:lnTo>
                  <a:lnTo>
                    <a:pt x="40909" y="1960380"/>
                  </a:lnTo>
                  <a:lnTo>
                    <a:pt x="37454" y="1959332"/>
                  </a:lnTo>
                  <a:lnTo>
                    <a:pt x="34103" y="1957943"/>
                  </a:lnTo>
                  <a:lnTo>
                    <a:pt x="30752" y="1956555"/>
                  </a:lnTo>
                  <a:lnTo>
                    <a:pt x="27568" y="1954853"/>
                  </a:lnTo>
                  <a:lnTo>
                    <a:pt x="24552" y="1952838"/>
                  </a:lnTo>
                  <a:lnTo>
                    <a:pt x="21536" y="1950823"/>
                  </a:lnTo>
                  <a:lnTo>
                    <a:pt x="4205" y="1928045"/>
                  </a:lnTo>
                  <a:lnTo>
                    <a:pt x="2817" y="1924694"/>
                  </a:lnTo>
                  <a:lnTo>
                    <a:pt x="1769" y="1921239"/>
                  </a:lnTo>
                  <a:lnTo>
                    <a:pt x="1061" y="1917682"/>
                  </a:lnTo>
                  <a:lnTo>
                    <a:pt x="353" y="1914124"/>
                  </a:lnTo>
                  <a:lnTo>
                    <a:pt x="0" y="1910532"/>
                  </a:lnTo>
                  <a:lnTo>
                    <a:pt x="0" y="1906904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1049" y="36766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6" y="491549"/>
                  </a:lnTo>
                  <a:lnTo>
                    <a:pt x="107292" y="466327"/>
                  </a:lnTo>
                  <a:lnTo>
                    <a:pt x="69368" y="433068"/>
                  </a:lnTo>
                  <a:lnTo>
                    <a:pt x="38662" y="393049"/>
                  </a:lnTo>
                  <a:lnTo>
                    <a:pt x="16352" y="347808"/>
                  </a:lnTo>
                  <a:lnTo>
                    <a:pt x="3298" y="299085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1"/>
                  </a:lnTo>
                  <a:lnTo>
                    <a:pt x="166539" y="16352"/>
                  </a:lnTo>
                  <a:lnTo>
                    <a:pt x="215263" y="3297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7"/>
                  </a:lnTo>
                  <a:lnTo>
                    <a:pt x="507765" y="315607"/>
                  </a:lnTo>
                  <a:lnTo>
                    <a:pt x="491550" y="363372"/>
                  </a:lnTo>
                  <a:lnTo>
                    <a:pt x="466328" y="407055"/>
                  </a:lnTo>
                  <a:lnTo>
                    <a:pt x="433069" y="444980"/>
                  </a:lnTo>
                  <a:lnTo>
                    <a:pt x="393050" y="475686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6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8804" y="3854306"/>
              <a:ext cx="241677" cy="16186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68349" y="4344987"/>
            <a:ext cx="453072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5" dirty="0">
                <a:solidFill>
                  <a:srgbClr val="3C3838"/>
                </a:solidFill>
                <a:latin typeface="Trebuchet MS"/>
                <a:cs typeface="Trebuchet MS"/>
              </a:rPr>
              <a:t>Industry</a:t>
            </a:r>
            <a:r>
              <a:rPr sz="1650" spc="-175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50" dirty="0">
                <a:solidFill>
                  <a:srgbClr val="3C3838"/>
                </a:solidFill>
                <a:latin typeface="Trebuchet MS"/>
                <a:cs typeface="Trebuchet MS"/>
              </a:rPr>
              <a:t>Workflow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Learned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real-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world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Git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workflows,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code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reviews,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project timelines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00723" y="3495674"/>
            <a:ext cx="5029200" cy="1971675"/>
            <a:chOff x="5800723" y="3495674"/>
            <a:chExt cx="5029200" cy="1971675"/>
          </a:xfrm>
        </p:grpSpPr>
        <p:sp>
          <p:nvSpPr>
            <p:cNvPr id="22" name="object 22"/>
            <p:cNvSpPr/>
            <p:nvPr/>
          </p:nvSpPr>
          <p:spPr>
            <a:xfrm>
              <a:off x="5805486" y="350043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4968056" y="1962149"/>
                  </a:moveTo>
                  <a:lnTo>
                    <a:pt x="51617" y="1962149"/>
                  </a:lnTo>
                  <a:lnTo>
                    <a:pt x="48024" y="1961795"/>
                  </a:lnTo>
                  <a:lnTo>
                    <a:pt x="13615" y="1943403"/>
                  </a:lnTo>
                  <a:lnTo>
                    <a:pt x="0" y="1910532"/>
                  </a:lnTo>
                  <a:lnTo>
                    <a:pt x="0" y="19069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4968056" y="0"/>
                  </a:lnTo>
                  <a:lnTo>
                    <a:pt x="5006057" y="18745"/>
                  </a:lnTo>
                  <a:lnTo>
                    <a:pt x="5019674" y="51617"/>
                  </a:lnTo>
                  <a:lnTo>
                    <a:pt x="5019674" y="1910532"/>
                  </a:lnTo>
                  <a:lnTo>
                    <a:pt x="5000928" y="1948533"/>
                  </a:lnTo>
                  <a:lnTo>
                    <a:pt x="4971649" y="1961795"/>
                  </a:lnTo>
                  <a:lnTo>
                    <a:pt x="4968056" y="1962149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05486" y="350043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4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2" y="30752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75206" y="1061"/>
                  </a:lnTo>
                  <a:lnTo>
                    <a:pt x="4978764" y="1769"/>
                  </a:lnTo>
                  <a:lnTo>
                    <a:pt x="4982219" y="2817"/>
                  </a:lnTo>
                  <a:lnTo>
                    <a:pt x="4985570" y="4205"/>
                  </a:lnTo>
                  <a:lnTo>
                    <a:pt x="4988922" y="5593"/>
                  </a:lnTo>
                  <a:lnTo>
                    <a:pt x="4992105" y="7294"/>
                  </a:lnTo>
                  <a:lnTo>
                    <a:pt x="4995120" y="9310"/>
                  </a:lnTo>
                  <a:lnTo>
                    <a:pt x="4998138" y="11325"/>
                  </a:lnTo>
                  <a:lnTo>
                    <a:pt x="5018612" y="44467"/>
                  </a:lnTo>
                  <a:lnTo>
                    <a:pt x="5019320" y="48024"/>
                  </a:lnTo>
                  <a:lnTo>
                    <a:pt x="5019674" y="51617"/>
                  </a:lnTo>
                  <a:lnTo>
                    <a:pt x="5019675" y="55244"/>
                  </a:lnTo>
                  <a:lnTo>
                    <a:pt x="5019675" y="1906904"/>
                  </a:lnTo>
                  <a:lnTo>
                    <a:pt x="5019674" y="1910532"/>
                  </a:lnTo>
                  <a:lnTo>
                    <a:pt x="5019320" y="1914124"/>
                  </a:lnTo>
                  <a:lnTo>
                    <a:pt x="5018612" y="1917682"/>
                  </a:lnTo>
                  <a:lnTo>
                    <a:pt x="5017904" y="1921239"/>
                  </a:lnTo>
                  <a:lnTo>
                    <a:pt x="5010362" y="1937596"/>
                  </a:lnTo>
                  <a:lnTo>
                    <a:pt x="5008347" y="1940612"/>
                  </a:lnTo>
                  <a:lnTo>
                    <a:pt x="4995120" y="1952838"/>
                  </a:lnTo>
                  <a:lnTo>
                    <a:pt x="4992105" y="1954853"/>
                  </a:lnTo>
                  <a:lnTo>
                    <a:pt x="4988922" y="1956555"/>
                  </a:lnTo>
                  <a:lnTo>
                    <a:pt x="4985570" y="1957943"/>
                  </a:lnTo>
                  <a:lnTo>
                    <a:pt x="4982219" y="1959332"/>
                  </a:lnTo>
                  <a:lnTo>
                    <a:pt x="4978764" y="1960380"/>
                  </a:lnTo>
                  <a:lnTo>
                    <a:pt x="4975206" y="1961087"/>
                  </a:lnTo>
                  <a:lnTo>
                    <a:pt x="4971649" y="1961795"/>
                  </a:lnTo>
                  <a:lnTo>
                    <a:pt x="4968056" y="1962149"/>
                  </a:lnTo>
                  <a:lnTo>
                    <a:pt x="4964429" y="1962149"/>
                  </a:lnTo>
                  <a:lnTo>
                    <a:pt x="55245" y="1962149"/>
                  </a:lnTo>
                  <a:lnTo>
                    <a:pt x="51617" y="1962149"/>
                  </a:lnTo>
                  <a:lnTo>
                    <a:pt x="48024" y="1961795"/>
                  </a:lnTo>
                  <a:lnTo>
                    <a:pt x="44467" y="1961087"/>
                  </a:lnTo>
                  <a:lnTo>
                    <a:pt x="40909" y="1960380"/>
                  </a:lnTo>
                  <a:lnTo>
                    <a:pt x="37454" y="1959332"/>
                  </a:lnTo>
                  <a:lnTo>
                    <a:pt x="34103" y="1957943"/>
                  </a:lnTo>
                  <a:lnTo>
                    <a:pt x="30751" y="1956555"/>
                  </a:lnTo>
                  <a:lnTo>
                    <a:pt x="27568" y="1954853"/>
                  </a:lnTo>
                  <a:lnTo>
                    <a:pt x="24552" y="1952838"/>
                  </a:lnTo>
                  <a:lnTo>
                    <a:pt x="21535" y="1950823"/>
                  </a:lnTo>
                  <a:lnTo>
                    <a:pt x="18745" y="1948533"/>
                  </a:lnTo>
                  <a:lnTo>
                    <a:pt x="16180" y="1945968"/>
                  </a:lnTo>
                  <a:lnTo>
                    <a:pt x="13615" y="1943403"/>
                  </a:lnTo>
                  <a:lnTo>
                    <a:pt x="11325" y="1940612"/>
                  </a:lnTo>
                  <a:lnTo>
                    <a:pt x="9309" y="1937596"/>
                  </a:lnTo>
                  <a:lnTo>
                    <a:pt x="7294" y="1934580"/>
                  </a:lnTo>
                  <a:lnTo>
                    <a:pt x="5592" y="1931397"/>
                  </a:lnTo>
                  <a:lnTo>
                    <a:pt x="4205" y="1928045"/>
                  </a:lnTo>
                  <a:lnTo>
                    <a:pt x="2816" y="1924694"/>
                  </a:lnTo>
                  <a:lnTo>
                    <a:pt x="1769" y="1921239"/>
                  </a:lnTo>
                  <a:lnTo>
                    <a:pt x="1061" y="1917682"/>
                  </a:lnTo>
                  <a:lnTo>
                    <a:pt x="354" y="1914124"/>
                  </a:lnTo>
                  <a:lnTo>
                    <a:pt x="0" y="1910532"/>
                  </a:lnTo>
                  <a:lnTo>
                    <a:pt x="0" y="1906904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81699" y="36766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5" y="491549"/>
                  </a:lnTo>
                  <a:lnTo>
                    <a:pt x="107291" y="466327"/>
                  </a:lnTo>
                  <a:lnTo>
                    <a:pt x="69367" y="433068"/>
                  </a:lnTo>
                  <a:lnTo>
                    <a:pt x="38661" y="393049"/>
                  </a:lnTo>
                  <a:lnTo>
                    <a:pt x="16352" y="347808"/>
                  </a:lnTo>
                  <a:lnTo>
                    <a:pt x="3297" y="299085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8" y="150976"/>
                  </a:lnTo>
                  <a:lnTo>
                    <a:pt x="48019" y="107292"/>
                  </a:lnTo>
                  <a:lnTo>
                    <a:pt x="81279" y="69368"/>
                  </a:lnTo>
                  <a:lnTo>
                    <a:pt x="121298" y="38661"/>
                  </a:lnTo>
                  <a:lnTo>
                    <a:pt x="166538" y="16352"/>
                  </a:lnTo>
                  <a:lnTo>
                    <a:pt x="215263" y="3297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9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7"/>
                  </a:lnTo>
                  <a:lnTo>
                    <a:pt x="507764" y="315607"/>
                  </a:lnTo>
                  <a:lnTo>
                    <a:pt x="491549" y="363372"/>
                  </a:lnTo>
                  <a:lnTo>
                    <a:pt x="466327" y="407055"/>
                  </a:lnTo>
                  <a:lnTo>
                    <a:pt x="433068" y="444980"/>
                  </a:lnTo>
                  <a:lnTo>
                    <a:pt x="393050" y="475686"/>
                  </a:lnTo>
                  <a:lnTo>
                    <a:pt x="347808" y="497996"/>
                  </a:lnTo>
                  <a:lnTo>
                    <a:pt x="299085" y="511051"/>
                  </a:lnTo>
                  <a:lnTo>
                    <a:pt x="274000" y="513936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9310" y="3821477"/>
              <a:ext cx="241852" cy="22752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968999" y="4344987"/>
            <a:ext cx="439610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0" dirty="0">
                <a:solidFill>
                  <a:srgbClr val="3C3838"/>
                </a:solidFill>
                <a:latin typeface="Trebuchet MS"/>
                <a:cs typeface="Trebuchet MS"/>
              </a:rPr>
              <a:t>Core</a:t>
            </a:r>
            <a:r>
              <a:rPr sz="1650" spc="-6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Deliverable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Successfully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assisted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completing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frontend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build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for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Sieve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Capital's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website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286250" cy="6438900"/>
            <a:chOff x="0" y="0"/>
            <a:chExt cx="4286250" cy="64389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286250" cy="6438900"/>
            </a:xfrm>
            <a:custGeom>
              <a:avLst/>
              <a:gdLst/>
              <a:ahLst/>
              <a:cxnLst/>
              <a:rect l="l" t="t" r="r" b="b"/>
              <a:pathLst>
                <a:path w="4286250" h="6438900">
                  <a:moveTo>
                    <a:pt x="4286249" y="6438899"/>
                  </a:moveTo>
                  <a:lnTo>
                    <a:pt x="0" y="6438899"/>
                  </a:lnTo>
                  <a:lnTo>
                    <a:pt x="0" y="0"/>
                  </a:lnTo>
                  <a:lnTo>
                    <a:pt x="4286249" y="0"/>
                  </a:lnTo>
                  <a:lnTo>
                    <a:pt x="4286249" y="6438899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4" y="476249"/>
              <a:ext cx="4114799" cy="54863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812557" y="558800"/>
            <a:ext cx="209105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95" dirty="0"/>
              <a:t>Thank</a:t>
            </a:r>
            <a:r>
              <a:rPr spc="-225" dirty="0"/>
              <a:t> </a:t>
            </a:r>
            <a:r>
              <a:rPr spc="80" dirty="0"/>
              <a:t>You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886324" y="3114674"/>
            <a:ext cx="2886075" cy="1285875"/>
            <a:chOff x="4886324" y="3114674"/>
            <a:chExt cx="2886075" cy="1285875"/>
          </a:xfrm>
        </p:grpSpPr>
        <p:sp>
          <p:nvSpPr>
            <p:cNvPr id="7" name="object 7"/>
            <p:cNvSpPr/>
            <p:nvPr/>
          </p:nvSpPr>
          <p:spPr>
            <a:xfrm>
              <a:off x="4891087" y="3119437"/>
              <a:ext cx="2876550" cy="1276350"/>
            </a:xfrm>
            <a:custGeom>
              <a:avLst/>
              <a:gdLst/>
              <a:ahLst/>
              <a:cxnLst/>
              <a:rect l="l" t="t" r="r" b="b"/>
              <a:pathLst>
                <a:path w="2876550" h="1276350">
                  <a:moveTo>
                    <a:pt x="2824931" y="1276349"/>
                  </a:moveTo>
                  <a:lnTo>
                    <a:pt x="51617" y="1276349"/>
                  </a:lnTo>
                  <a:lnTo>
                    <a:pt x="48024" y="1275995"/>
                  </a:lnTo>
                  <a:lnTo>
                    <a:pt x="13615" y="1257603"/>
                  </a:lnTo>
                  <a:lnTo>
                    <a:pt x="0" y="1224732"/>
                  </a:lnTo>
                  <a:lnTo>
                    <a:pt x="0" y="12211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824931" y="0"/>
                  </a:lnTo>
                  <a:lnTo>
                    <a:pt x="2862933" y="18745"/>
                  </a:lnTo>
                  <a:lnTo>
                    <a:pt x="2876549" y="51617"/>
                  </a:lnTo>
                  <a:lnTo>
                    <a:pt x="2876549" y="1224732"/>
                  </a:lnTo>
                  <a:lnTo>
                    <a:pt x="2857803" y="1262733"/>
                  </a:lnTo>
                  <a:lnTo>
                    <a:pt x="2828524" y="1275995"/>
                  </a:lnTo>
                  <a:lnTo>
                    <a:pt x="2824931" y="1276349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1087" y="3119437"/>
              <a:ext cx="2876550" cy="1276350"/>
            </a:xfrm>
            <a:custGeom>
              <a:avLst/>
              <a:gdLst/>
              <a:ahLst/>
              <a:cxnLst/>
              <a:rect l="l" t="t" r="r" b="b"/>
              <a:pathLst>
                <a:path w="2876550" h="1276350">
                  <a:moveTo>
                    <a:pt x="0" y="1221104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3" y="30751"/>
                  </a:lnTo>
                  <a:lnTo>
                    <a:pt x="7294" y="27568"/>
                  </a:lnTo>
                  <a:lnTo>
                    <a:pt x="9310" y="24552"/>
                  </a:lnTo>
                  <a:lnTo>
                    <a:pt x="11326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30751" y="5592"/>
                  </a:lnTo>
                  <a:lnTo>
                    <a:pt x="51617" y="0"/>
                  </a:lnTo>
                  <a:lnTo>
                    <a:pt x="55244" y="0"/>
                  </a:lnTo>
                  <a:lnTo>
                    <a:pt x="2821304" y="0"/>
                  </a:lnTo>
                  <a:lnTo>
                    <a:pt x="2824931" y="0"/>
                  </a:lnTo>
                  <a:lnTo>
                    <a:pt x="2828524" y="353"/>
                  </a:lnTo>
                  <a:lnTo>
                    <a:pt x="2851996" y="9309"/>
                  </a:lnTo>
                  <a:lnTo>
                    <a:pt x="2855012" y="11325"/>
                  </a:lnTo>
                  <a:lnTo>
                    <a:pt x="2867238" y="24552"/>
                  </a:lnTo>
                  <a:lnTo>
                    <a:pt x="2869253" y="27568"/>
                  </a:lnTo>
                  <a:lnTo>
                    <a:pt x="2870955" y="30751"/>
                  </a:lnTo>
                  <a:lnTo>
                    <a:pt x="2872343" y="34103"/>
                  </a:lnTo>
                  <a:lnTo>
                    <a:pt x="2873731" y="37454"/>
                  </a:lnTo>
                  <a:lnTo>
                    <a:pt x="2874779" y="40909"/>
                  </a:lnTo>
                  <a:lnTo>
                    <a:pt x="2875487" y="44466"/>
                  </a:lnTo>
                  <a:lnTo>
                    <a:pt x="2876195" y="48024"/>
                  </a:lnTo>
                  <a:lnTo>
                    <a:pt x="2876549" y="51617"/>
                  </a:lnTo>
                  <a:lnTo>
                    <a:pt x="2876549" y="55244"/>
                  </a:lnTo>
                  <a:lnTo>
                    <a:pt x="2876549" y="1221104"/>
                  </a:lnTo>
                  <a:lnTo>
                    <a:pt x="2872343" y="1242245"/>
                  </a:lnTo>
                  <a:lnTo>
                    <a:pt x="2870955" y="1245597"/>
                  </a:lnTo>
                  <a:lnTo>
                    <a:pt x="2869253" y="1248780"/>
                  </a:lnTo>
                  <a:lnTo>
                    <a:pt x="2867238" y="1251797"/>
                  </a:lnTo>
                  <a:lnTo>
                    <a:pt x="2865223" y="1254813"/>
                  </a:lnTo>
                  <a:lnTo>
                    <a:pt x="2851996" y="1267039"/>
                  </a:lnTo>
                  <a:lnTo>
                    <a:pt x="2848980" y="1269054"/>
                  </a:lnTo>
                  <a:lnTo>
                    <a:pt x="2845796" y="1270756"/>
                  </a:lnTo>
                  <a:lnTo>
                    <a:pt x="2842445" y="1272144"/>
                  </a:lnTo>
                  <a:lnTo>
                    <a:pt x="2839093" y="1273532"/>
                  </a:lnTo>
                  <a:lnTo>
                    <a:pt x="2835639" y="1274579"/>
                  </a:lnTo>
                  <a:lnTo>
                    <a:pt x="2832081" y="1275287"/>
                  </a:lnTo>
                  <a:lnTo>
                    <a:pt x="2828524" y="1275995"/>
                  </a:lnTo>
                  <a:lnTo>
                    <a:pt x="2824931" y="1276349"/>
                  </a:lnTo>
                  <a:lnTo>
                    <a:pt x="2821304" y="1276349"/>
                  </a:lnTo>
                  <a:lnTo>
                    <a:pt x="55244" y="1276349"/>
                  </a:lnTo>
                  <a:lnTo>
                    <a:pt x="24552" y="1267039"/>
                  </a:lnTo>
                  <a:lnTo>
                    <a:pt x="21535" y="1265023"/>
                  </a:lnTo>
                  <a:lnTo>
                    <a:pt x="18744" y="1262733"/>
                  </a:lnTo>
                  <a:lnTo>
                    <a:pt x="16180" y="1260168"/>
                  </a:lnTo>
                  <a:lnTo>
                    <a:pt x="13615" y="1257603"/>
                  </a:lnTo>
                  <a:lnTo>
                    <a:pt x="4205" y="1242245"/>
                  </a:lnTo>
                  <a:lnTo>
                    <a:pt x="2816" y="1238894"/>
                  </a:lnTo>
                  <a:lnTo>
                    <a:pt x="1769" y="1235440"/>
                  </a:lnTo>
                  <a:lnTo>
                    <a:pt x="1061" y="1231882"/>
                  </a:lnTo>
                  <a:lnTo>
                    <a:pt x="354" y="1228324"/>
                  </a:lnTo>
                  <a:lnTo>
                    <a:pt x="0" y="1224732"/>
                  </a:lnTo>
                  <a:lnTo>
                    <a:pt x="0" y="1221104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54599" y="3278187"/>
            <a:ext cx="80772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45" dirty="0">
                <a:solidFill>
                  <a:srgbClr val="3C3838"/>
                </a:solidFill>
                <a:latin typeface="Trebuchet MS"/>
                <a:cs typeface="Trebuchet MS"/>
              </a:rPr>
              <a:t>Student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54599" y="3602989"/>
            <a:ext cx="1497330" cy="5778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Vashu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Bhardwaj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25SCS1003000968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43848" y="3114674"/>
            <a:ext cx="2886075" cy="1285875"/>
            <a:chOff x="7943848" y="3114674"/>
            <a:chExt cx="2886075" cy="1285875"/>
          </a:xfrm>
        </p:grpSpPr>
        <p:sp>
          <p:nvSpPr>
            <p:cNvPr id="12" name="object 12"/>
            <p:cNvSpPr/>
            <p:nvPr/>
          </p:nvSpPr>
          <p:spPr>
            <a:xfrm>
              <a:off x="7948610" y="3119437"/>
              <a:ext cx="2876550" cy="1276350"/>
            </a:xfrm>
            <a:custGeom>
              <a:avLst/>
              <a:gdLst/>
              <a:ahLst/>
              <a:cxnLst/>
              <a:rect l="l" t="t" r="r" b="b"/>
              <a:pathLst>
                <a:path w="2876550" h="1276350">
                  <a:moveTo>
                    <a:pt x="2824931" y="1276349"/>
                  </a:moveTo>
                  <a:lnTo>
                    <a:pt x="51617" y="1276349"/>
                  </a:lnTo>
                  <a:lnTo>
                    <a:pt x="48024" y="1275995"/>
                  </a:lnTo>
                  <a:lnTo>
                    <a:pt x="13615" y="1257603"/>
                  </a:lnTo>
                  <a:lnTo>
                    <a:pt x="0" y="1224732"/>
                  </a:lnTo>
                  <a:lnTo>
                    <a:pt x="0" y="12211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824931" y="0"/>
                  </a:lnTo>
                  <a:lnTo>
                    <a:pt x="2862932" y="18745"/>
                  </a:lnTo>
                  <a:lnTo>
                    <a:pt x="2876549" y="51617"/>
                  </a:lnTo>
                  <a:lnTo>
                    <a:pt x="2876549" y="1224732"/>
                  </a:lnTo>
                  <a:lnTo>
                    <a:pt x="2857803" y="1262733"/>
                  </a:lnTo>
                  <a:lnTo>
                    <a:pt x="2828524" y="1275995"/>
                  </a:lnTo>
                  <a:lnTo>
                    <a:pt x="2824931" y="1276349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48610" y="3119437"/>
              <a:ext cx="2876550" cy="1276350"/>
            </a:xfrm>
            <a:custGeom>
              <a:avLst/>
              <a:gdLst/>
              <a:ahLst/>
              <a:cxnLst/>
              <a:rect l="l" t="t" r="r" b="b"/>
              <a:pathLst>
                <a:path w="2876550" h="1276350">
                  <a:moveTo>
                    <a:pt x="0" y="1221104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0" y="44467"/>
                  </a:lnTo>
                  <a:lnTo>
                    <a:pt x="1768" y="40909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3" y="30751"/>
                  </a:lnTo>
                  <a:lnTo>
                    <a:pt x="7294" y="27568"/>
                  </a:lnTo>
                  <a:lnTo>
                    <a:pt x="9310" y="24552"/>
                  </a:lnTo>
                  <a:lnTo>
                    <a:pt x="11326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821304" y="0"/>
                  </a:lnTo>
                  <a:lnTo>
                    <a:pt x="2824931" y="0"/>
                  </a:lnTo>
                  <a:lnTo>
                    <a:pt x="2828524" y="353"/>
                  </a:lnTo>
                  <a:lnTo>
                    <a:pt x="2832082" y="1061"/>
                  </a:lnTo>
                  <a:lnTo>
                    <a:pt x="2835640" y="1769"/>
                  </a:lnTo>
                  <a:lnTo>
                    <a:pt x="2839094" y="2817"/>
                  </a:lnTo>
                  <a:lnTo>
                    <a:pt x="2842445" y="4205"/>
                  </a:lnTo>
                  <a:lnTo>
                    <a:pt x="2845797" y="5592"/>
                  </a:lnTo>
                  <a:lnTo>
                    <a:pt x="2848981" y="7294"/>
                  </a:lnTo>
                  <a:lnTo>
                    <a:pt x="2851996" y="9309"/>
                  </a:lnTo>
                  <a:lnTo>
                    <a:pt x="2855013" y="11325"/>
                  </a:lnTo>
                  <a:lnTo>
                    <a:pt x="2867238" y="24552"/>
                  </a:lnTo>
                  <a:lnTo>
                    <a:pt x="2869253" y="27568"/>
                  </a:lnTo>
                  <a:lnTo>
                    <a:pt x="2876550" y="55244"/>
                  </a:lnTo>
                  <a:lnTo>
                    <a:pt x="2876550" y="1221104"/>
                  </a:lnTo>
                  <a:lnTo>
                    <a:pt x="2867238" y="1251797"/>
                  </a:lnTo>
                  <a:lnTo>
                    <a:pt x="2865223" y="1254813"/>
                  </a:lnTo>
                  <a:lnTo>
                    <a:pt x="2851996" y="1267039"/>
                  </a:lnTo>
                  <a:lnTo>
                    <a:pt x="2848981" y="1269054"/>
                  </a:lnTo>
                  <a:lnTo>
                    <a:pt x="2845797" y="1270756"/>
                  </a:lnTo>
                  <a:lnTo>
                    <a:pt x="2842445" y="1272144"/>
                  </a:lnTo>
                  <a:lnTo>
                    <a:pt x="2839094" y="1273532"/>
                  </a:lnTo>
                  <a:lnTo>
                    <a:pt x="2835640" y="1274579"/>
                  </a:lnTo>
                  <a:lnTo>
                    <a:pt x="2832082" y="1275287"/>
                  </a:lnTo>
                  <a:lnTo>
                    <a:pt x="2828524" y="1275995"/>
                  </a:lnTo>
                  <a:lnTo>
                    <a:pt x="2824931" y="1276349"/>
                  </a:lnTo>
                  <a:lnTo>
                    <a:pt x="2821304" y="1276349"/>
                  </a:lnTo>
                  <a:lnTo>
                    <a:pt x="55245" y="1276349"/>
                  </a:lnTo>
                  <a:lnTo>
                    <a:pt x="51617" y="1276349"/>
                  </a:lnTo>
                  <a:lnTo>
                    <a:pt x="48024" y="1275995"/>
                  </a:lnTo>
                  <a:lnTo>
                    <a:pt x="44467" y="1275287"/>
                  </a:lnTo>
                  <a:lnTo>
                    <a:pt x="40908" y="1274579"/>
                  </a:lnTo>
                  <a:lnTo>
                    <a:pt x="37454" y="1273532"/>
                  </a:lnTo>
                  <a:lnTo>
                    <a:pt x="34103" y="1272144"/>
                  </a:lnTo>
                  <a:lnTo>
                    <a:pt x="30751" y="1270756"/>
                  </a:lnTo>
                  <a:lnTo>
                    <a:pt x="27568" y="1269054"/>
                  </a:lnTo>
                  <a:lnTo>
                    <a:pt x="24552" y="1267039"/>
                  </a:lnTo>
                  <a:lnTo>
                    <a:pt x="21536" y="1265023"/>
                  </a:lnTo>
                  <a:lnTo>
                    <a:pt x="4205" y="1242245"/>
                  </a:lnTo>
                  <a:lnTo>
                    <a:pt x="2816" y="1238894"/>
                  </a:lnTo>
                  <a:lnTo>
                    <a:pt x="1768" y="1235440"/>
                  </a:lnTo>
                  <a:lnTo>
                    <a:pt x="1060" y="1231882"/>
                  </a:lnTo>
                  <a:lnTo>
                    <a:pt x="353" y="1228324"/>
                  </a:lnTo>
                  <a:lnTo>
                    <a:pt x="0" y="1224732"/>
                  </a:lnTo>
                  <a:lnTo>
                    <a:pt x="0" y="1221104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04445" y="1348422"/>
            <a:ext cx="3853955" cy="223843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8120" marR="5080" indent="-186055">
              <a:lnSpc>
                <a:spcPts val="5850"/>
              </a:lnSpc>
              <a:spcBef>
                <a:spcPts val="75"/>
              </a:spcBef>
            </a:pPr>
            <a:r>
              <a:rPr sz="4650" spc="135" dirty="0">
                <a:solidFill>
                  <a:srgbClr val="1B1B26"/>
                </a:solidFill>
                <a:latin typeface="Trebuchet MS"/>
                <a:cs typeface="Trebuchet MS"/>
              </a:rPr>
              <a:t>Questions</a:t>
            </a:r>
            <a:r>
              <a:rPr sz="4650" spc="-190" dirty="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lang="en-GB" sz="4650" spc="1155" dirty="0">
                <a:solidFill>
                  <a:srgbClr val="1B1B26"/>
                </a:solidFill>
                <a:latin typeface="Trebuchet MS"/>
                <a:cs typeface="Trebuchet MS"/>
              </a:rPr>
              <a:t>&amp;</a:t>
            </a:r>
            <a:r>
              <a:rPr sz="4650" spc="1155" dirty="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sz="4650" spc="165" dirty="0">
                <a:solidFill>
                  <a:srgbClr val="1B1B26"/>
                </a:solidFill>
                <a:latin typeface="Trebuchet MS"/>
                <a:cs typeface="Trebuchet MS"/>
              </a:rPr>
              <a:t>Discussion</a:t>
            </a:r>
            <a:endParaRPr sz="4650" dirty="0">
              <a:latin typeface="Trebuchet MS"/>
              <a:cs typeface="Trebuchet MS"/>
            </a:endParaRPr>
          </a:p>
          <a:p>
            <a:pPr marL="1920239">
              <a:lnSpc>
                <a:spcPct val="100000"/>
              </a:lnSpc>
              <a:spcBef>
                <a:spcPts val="3554"/>
              </a:spcBef>
            </a:pP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Institution</a:t>
            </a:r>
            <a:endParaRPr sz="165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12125" y="3602989"/>
            <a:ext cx="114935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IILM</a:t>
            </a:r>
            <a:r>
              <a:rPr sz="13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University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Greater</a:t>
            </a:r>
            <a:r>
              <a:rPr sz="135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Noida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86324" y="4571999"/>
            <a:ext cx="5943600" cy="1276350"/>
            <a:chOff x="4886324" y="4571999"/>
            <a:chExt cx="5943600" cy="1276350"/>
          </a:xfrm>
        </p:grpSpPr>
        <p:sp>
          <p:nvSpPr>
            <p:cNvPr id="17" name="object 17"/>
            <p:cNvSpPr/>
            <p:nvPr/>
          </p:nvSpPr>
          <p:spPr>
            <a:xfrm>
              <a:off x="4891087" y="4576762"/>
              <a:ext cx="5934075" cy="1266825"/>
            </a:xfrm>
            <a:custGeom>
              <a:avLst/>
              <a:gdLst/>
              <a:ahLst/>
              <a:cxnLst/>
              <a:rect l="l" t="t" r="r" b="b"/>
              <a:pathLst>
                <a:path w="5934075" h="1266825">
                  <a:moveTo>
                    <a:pt x="5882455" y="1266824"/>
                  </a:moveTo>
                  <a:lnTo>
                    <a:pt x="51617" y="1266824"/>
                  </a:lnTo>
                  <a:lnTo>
                    <a:pt x="48024" y="1266470"/>
                  </a:lnTo>
                  <a:lnTo>
                    <a:pt x="13615" y="1248078"/>
                  </a:lnTo>
                  <a:lnTo>
                    <a:pt x="0" y="1215207"/>
                  </a:lnTo>
                  <a:lnTo>
                    <a:pt x="0" y="12115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5882455" y="0"/>
                  </a:lnTo>
                  <a:lnTo>
                    <a:pt x="5920456" y="18745"/>
                  </a:lnTo>
                  <a:lnTo>
                    <a:pt x="5934073" y="51617"/>
                  </a:lnTo>
                  <a:lnTo>
                    <a:pt x="5934073" y="1215207"/>
                  </a:lnTo>
                  <a:lnTo>
                    <a:pt x="5915327" y="1253208"/>
                  </a:lnTo>
                  <a:lnTo>
                    <a:pt x="5886048" y="1266470"/>
                  </a:lnTo>
                  <a:lnTo>
                    <a:pt x="5882455" y="1266824"/>
                  </a:lnTo>
                  <a:close/>
                </a:path>
              </a:pathLst>
            </a:custGeom>
            <a:solidFill>
              <a:srgbClr val="E1E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91087" y="4576762"/>
              <a:ext cx="5934075" cy="1266825"/>
            </a:xfrm>
            <a:custGeom>
              <a:avLst/>
              <a:gdLst/>
              <a:ahLst/>
              <a:cxnLst/>
              <a:rect l="l" t="t" r="r" b="b"/>
              <a:pathLst>
                <a:path w="5934075" h="1266825">
                  <a:moveTo>
                    <a:pt x="0" y="12115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6"/>
                  </a:lnTo>
                  <a:lnTo>
                    <a:pt x="1769" y="40908"/>
                  </a:lnTo>
                  <a:lnTo>
                    <a:pt x="2816" y="37454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24552" y="9309"/>
                  </a:lnTo>
                  <a:lnTo>
                    <a:pt x="27568" y="7294"/>
                  </a:lnTo>
                  <a:lnTo>
                    <a:pt x="51617" y="0"/>
                  </a:lnTo>
                  <a:lnTo>
                    <a:pt x="55244" y="0"/>
                  </a:lnTo>
                  <a:lnTo>
                    <a:pt x="5878829" y="0"/>
                  </a:lnTo>
                  <a:lnTo>
                    <a:pt x="5882455" y="0"/>
                  </a:lnTo>
                  <a:lnTo>
                    <a:pt x="5886048" y="353"/>
                  </a:lnTo>
                  <a:lnTo>
                    <a:pt x="5889606" y="1061"/>
                  </a:lnTo>
                  <a:lnTo>
                    <a:pt x="5893164" y="1769"/>
                  </a:lnTo>
                  <a:lnTo>
                    <a:pt x="5896618" y="2817"/>
                  </a:lnTo>
                  <a:lnTo>
                    <a:pt x="5899969" y="4205"/>
                  </a:lnTo>
                  <a:lnTo>
                    <a:pt x="5903321" y="5592"/>
                  </a:lnTo>
                  <a:lnTo>
                    <a:pt x="5906505" y="7294"/>
                  </a:lnTo>
                  <a:lnTo>
                    <a:pt x="5909520" y="9309"/>
                  </a:lnTo>
                  <a:lnTo>
                    <a:pt x="5912537" y="11325"/>
                  </a:lnTo>
                  <a:lnTo>
                    <a:pt x="5933011" y="44466"/>
                  </a:lnTo>
                  <a:lnTo>
                    <a:pt x="5933719" y="48024"/>
                  </a:lnTo>
                  <a:lnTo>
                    <a:pt x="5934073" y="51617"/>
                  </a:lnTo>
                  <a:lnTo>
                    <a:pt x="5934074" y="55244"/>
                  </a:lnTo>
                  <a:lnTo>
                    <a:pt x="5934074" y="1211579"/>
                  </a:lnTo>
                  <a:lnTo>
                    <a:pt x="5934073" y="1215207"/>
                  </a:lnTo>
                  <a:lnTo>
                    <a:pt x="5933719" y="1218799"/>
                  </a:lnTo>
                  <a:lnTo>
                    <a:pt x="5933011" y="1222356"/>
                  </a:lnTo>
                  <a:lnTo>
                    <a:pt x="5932303" y="1225914"/>
                  </a:lnTo>
                  <a:lnTo>
                    <a:pt x="5909520" y="1257513"/>
                  </a:lnTo>
                  <a:lnTo>
                    <a:pt x="5906505" y="1259528"/>
                  </a:lnTo>
                  <a:lnTo>
                    <a:pt x="5903321" y="1261230"/>
                  </a:lnTo>
                  <a:lnTo>
                    <a:pt x="5899969" y="1262618"/>
                  </a:lnTo>
                  <a:lnTo>
                    <a:pt x="5896618" y="1264007"/>
                  </a:lnTo>
                  <a:lnTo>
                    <a:pt x="5893164" y="1265055"/>
                  </a:lnTo>
                  <a:lnTo>
                    <a:pt x="5889606" y="1265762"/>
                  </a:lnTo>
                  <a:lnTo>
                    <a:pt x="5886048" y="1266470"/>
                  </a:lnTo>
                  <a:lnTo>
                    <a:pt x="5882455" y="1266824"/>
                  </a:lnTo>
                  <a:lnTo>
                    <a:pt x="5878829" y="1266824"/>
                  </a:lnTo>
                  <a:lnTo>
                    <a:pt x="55244" y="1266824"/>
                  </a:lnTo>
                  <a:lnTo>
                    <a:pt x="24552" y="1257513"/>
                  </a:lnTo>
                  <a:lnTo>
                    <a:pt x="21535" y="1255498"/>
                  </a:lnTo>
                  <a:lnTo>
                    <a:pt x="18744" y="1253208"/>
                  </a:lnTo>
                  <a:lnTo>
                    <a:pt x="16180" y="1250643"/>
                  </a:lnTo>
                  <a:lnTo>
                    <a:pt x="13615" y="1248078"/>
                  </a:lnTo>
                  <a:lnTo>
                    <a:pt x="11325" y="1245288"/>
                  </a:lnTo>
                  <a:lnTo>
                    <a:pt x="9309" y="1242271"/>
                  </a:lnTo>
                  <a:lnTo>
                    <a:pt x="7294" y="1239255"/>
                  </a:lnTo>
                  <a:lnTo>
                    <a:pt x="5592" y="1236072"/>
                  </a:lnTo>
                  <a:lnTo>
                    <a:pt x="4205" y="1232720"/>
                  </a:lnTo>
                  <a:lnTo>
                    <a:pt x="2816" y="1229369"/>
                  </a:lnTo>
                  <a:lnTo>
                    <a:pt x="1769" y="1225914"/>
                  </a:lnTo>
                  <a:lnTo>
                    <a:pt x="1061" y="1222356"/>
                  </a:lnTo>
                  <a:lnTo>
                    <a:pt x="354" y="1218799"/>
                  </a:lnTo>
                  <a:lnTo>
                    <a:pt x="0" y="1215207"/>
                  </a:lnTo>
                  <a:lnTo>
                    <a:pt x="0" y="1211579"/>
                  </a:lnTo>
                  <a:close/>
                </a:path>
              </a:pathLst>
            </a:custGeom>
            <a:ln w="9524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54599" y="4735512"/>
            <a:ext cx="151511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Organization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Sieve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Capital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May</a:t>
            </a:r>
            <a:r>
              <a:rPr sz="13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–</a:t>
            </a:r>
            <a:r>
              <a:rPr sz="13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August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2026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258</Words>
  <Application>Microsoft Office PowerPoint</Application>
  <PresentationFormat>Custom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Roboto</vt:lpstr>
      <vt:lpstr>Trebuchet MS</vt:lpstr>
      <vt:lpstr>Office Theme</vt:lpstr>
      <vt:lpstr>PowerPoint Presentation</vt:lpstr>
      <vt:lpstr>Internship Overview &amp; Core Objectives</vt:lpstr>
      <vt:lpstr>Technical Toolkit</vt:lpstr>
      <vt:lpstr>Website Execution &amp; UI Showcase</vt:lpstr>
      <vt:lpstr>Outcomes &amp; Technical Mastery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Tushar Sharma</cp:lastModifiedBy>
  <cp:revision>3</cp:revision>
  <dcterms:created xsi:type="dcterms:W3CDTF">2026-08-29T17:33:13Z</dcterms:created>
  <dcterms:modified xsi:type="dcterms:W3CDTF">2026-08-29T17:53:28Z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2026-08-29T00:00:00Z</vt:filetime>
  </property>
  <property fmtid="{D5CDD505-2E9C-101B-9397-08002B2CF9AE}" pid="6" name="Producer">
    <vt:lpwstr>pdf-lib (https://github.com/Hopding/pdf-lib)</vt:lpwstr>
  </property>
</Properties>
</file>